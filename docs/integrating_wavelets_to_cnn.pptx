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xml" ContentType="application/vnd.openxmlformats-officedocument.presentationml.tags+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notesMasterIdLst>
    <p:notesMasterId r:id="rId19"/>
  </p:notesMasterIdLst>
  <p:sldIdLst>
    <p:sldId id="256" r:id="rId2"/>
    <p:sldId id="257" r:id="rId3"/>
    <p:sldId id="260" r:id="rId4"/>
    <p:sldId id="258" r:id="rId5"/>
    <p:sldId id="259" r:id="rId6"/>
    <p:sldId id="270" r:id="rId7"/>
    <p:sldId id="271" r:id="rId8"/>
    <p:sldId id="274" r:id="rId9"/>
    <p:sldId id="275" r:id="rId10"/>
    <p:sldId id="276" r:id="rId11"/>
    <p:sldId id="277" r:id="rId12"/>
    <p:sldId id="272" r:id="rId13"/>
    <p:sldId id="273" r:id="rId14"/>
    <p:sldId id="266" r:id="rId15"/>
    <p:sldId id="267" r:id="rId16"/>
    <p:sldId id="268" r:id="rId17"/>
    <p:sldId id="269"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950BA5-4D14-40E6-A8F4-F315C80E8A1F}" v="218" dt="2026-01-29T12:11:31.2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6" autoAdjust="0"/>
    <p:restoredTop sz="83467" autoAdjust="0"/>
  </p:normalViewPr>
  <p:slideViewPr>
    <p:cSldViewPr snapToGrid="0">
      <p:cViewPr varScale="1">
        <p:scale>
          <a:sx n="85" d="100"/>
          <a:sy n="85" d="100"/>
        </p:scale>
        <p:origin x="82" y="41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ak Telem" userId="d0a7f981-39a6-47ea-b324-5cf2fd258e29" providerId="ADAL" clId="{567EB390-9C4D-4B7A-B7CE-EE18F96FBDC9}"/>
    <pc:docChg chg="undo custSel addSld delSld modSld sldOrd">
      <pc:chgData name="Barak Telem" userId="d0a7f981-39a6-47ea-b324-5cf2fd258e29" providerId="ADAL" clId="{567EB390-9C4D-4B7A-B7CE-EE18F96FBDC9}" dt="2026-01-26T08:32:28.801" v="1943" actId="313"/>
      <pc:docMkLst>
        <pc:docMk/>
      </pc:docMkLst>
      <pc:sldChg chg="addSp modSp new mod">
        <pc:chgData name="Barak Telem" userId="d0a7f981-39a6-47ea-b324-5cf2fd258e29" providerId="ADAL" clId="{567EB390-9C4D-4B7A-B7CE-EE18F96FBDC9}" dt="2026-01-25T17:27:58.327" v="1217" actId="20577"/>
        <pc:sldMkLst>
          <pc:docMk/>
          <pc:sldMk cId="89434305" sldId="256"/>
        </pc:sldMkLst>
        <pc:spChg chg="mod">
          <ac:chgData name="Barak Telem" userId="d0a7f981-39a6-47ea-b324-5cf2fd258e29" providerId="ADAL" clId="{567EB390-9C4D-4B7A-B7CE-EE18F96FBDC9}" dt="2026-01-25T17:27:58.327" v="1217" actId="20577"/>
          <ac:spMkLst>
            <pc:docMk/>
            <pc:sldMk cId="89434305" sldId="256"/>
            <ac:spMk id="2" creationId="{C09FD060-1F70-91D5-40FB-F08DCA1C454E}"/>
          </ac:spMkLst>
        </pc:spChg>
        <pc:spChg chg="mod">
          <ac:chgData name="Barak Telem" userId="d0a7f981-39a6-47ea-b324-5cf2fd258e29" providerId="ADAL" clId="{567EB390-9C4D-4B7A-B7CE-EE18F96FBDC9}" dt="2026-01-25T15:17:50.916" v="1184" actId="1076"/>
          <ac:spMkLst>
            <pc:docMk/>
            <pc:sldMk cId="89434305" sldId="256"/>
            <ac:spMk id="3" creationId="{FEEE7B36-57C3-71CC-F559-494D19C0C067}"/>
          </ac:spMkLst>
        </pc:spChg>
        <pc:spChg chg="add mod">
          <ac:chgData name="Barak Telem" userId="d0a7f981-39a6-47ea-b324-5cf2fd258e29" providerId="ADAL" clId="{567EB390-9C4D-4B7A-B7CE-EE18F96FBDC9}" dt="2026-01-25T15:17:48.123" v="1183" actId="1076"/>
          <ac:spMkLst>
            <pc:docMk/>
            <pc:sldMk cId="89434305" sldId="256"/>
            <ac:spMk id="4" creationId="{5039BA16-7046-2D33-45C3-8487B656937B}"/>
          </ac:spMkLst>
        </pc:spChg>
      </pc:sldChg>
      <pc:sldChg chg="modSp new mod">
        <pc:chgData name="Barak Telem" userId="d0a7f981-39a6-47ea-b324-5cf2fd258e29" providerId="ADAL" clId="{567EB390-9C4D-4B7A-B7CE-EE18F96FBDC9}" dt="2026-01-25T18:05:50.805" v="1299" actId="20577"/>
        <pc:sldMkLst>
          <pc:docMk/>
          <pc:sldMk cId="2834075261" sldId="257"/>
        </pc:sldMkLst>
        <pc:spChg chg="mod">
          <ac:chgData name="Barak Telem" userId="d0a7f981-39a6-47ea-b324-5cf2fd258e29" providerId="ADAL" clId="{567EB390-9C4D-4B7A-B7CE-EE18F96FBDC9}" dt="2026-01-25T13:10:07.761" v="141"/>
          <ac:spMkLst>
            <pc:docMk/>
            <pc:sldMk cId="2834075261" sldId="257"/>
            <ac:spMk id="2" creationId="{581AD250-5FD0-40E5-D6AA-DDA4027E0AB9}"/>
          </ac:spMkLst>
        </pc:spChg>
        <pc:spChg chg="mod">
          <ac:chgData name="Barak Telem" userId="d0a7f981-39a6-47ea-b324-5cf2fd258e29" providerId="ADAL" clId="{567EB390-9C4D-4B7A-B7CE-EE18F96FBDC9}" dt="2026-01-25T18:05:50.805" v="1299" actId="20577"/>
          <ac:spMkLst>
            <pc:docMk/>
            <pc:sldMk cId="2834075261" sldId="257"/>
            <ac:spMk id="3" creationId="{067B766B-F3EB-1E49-6CDF-7F5C3AF37658}"/>
          </ac:spMkLst>
        </pc:spChg>
      </pc:sldChg>
      <pc:sldChg chg="addSp delSp modSp new mod setBg modShow">
        <pc:chgData name="Barak Telem" userId="d0a7f981-39a6-47ea-b324-5cf2fd258e29" providerId="ADAL" clId="{567EB390-9C4D-4B7A-B7CE-EE18F96FBDC9}" dt="2026-01-25T17:58:51.809" v="1284" actId="729"/>
        <pc:sldMkLst>
          <pc:docMk/>
          <pc:sldMk cId="3247178532" sldId="258"/>
        </pc:sldMkLst>
        <pc:spChg chg="mod">
          <ac:chgData name="Barak Telem" userId="d0a7f981-39a6-47ea-b324-5cf2fd258e29" providerId="ADAL" clId="{567EB390-9C4D-4B7A-B7CE-EE18F96FBDC9}" dt="2026-01-25T14:51:01.990" v="657" actId="26606"/>
          <ac:spMkLst>
            <pc:docMk/>
            <pc:sldMk cId="3247178532" sldId="258"/>
            <ac:spMk id="2" creationId="{CC18165E-0C5B-301F-4E0B-8EE763135294}"/>
          </ac:spMkLst>
        </pc:spChg>
        <pc:spChg chg="add del mod">
          <ac:chgData name="Barak Telem" userId="d0a7f981-39a6-47ea-b324-5cf2fd258e29" providerId="ADAL" clId="{567EB390-9C4D-4B7A-B7CE-EE18F96FBDC9}" dt="2026-01-25T15:01:46.391" v="724" actId="313"/>
          <ac:spMkLst>
            <pc:docMk/>
            <pc:sldMk cId="3247178532" sldId="258"/>
            <ac:spMk id="3" creationId="{E8767174-3013-FE19-007D-048D988C66CF}"/>
          </ac:spMkLst>
        </pc:spChg>
        <pc:picChg chg="add mod">
          <ac:chgData name="Barak Telem" userId="d0a7f981-39a6-47ea-b324-5cf2fd258e29" providerId="ADAL" clId="{567EB390-9C4D-4B7A-B7CE-EE18F96FBDC9}" dt="2026-01-25T17:57:15.771" v="1283" actId="1076"/>
          <ac:picMkLst>
            <pc:docMk/>
            <pc:sldMk cId="3247178532" sldId="258"/>
            <ac:picMk id="7" creationId="{F1B8FCB5-78FB-0D10-9FEE-E1AA8BE715C9}"/>
          </ac:picMkLst>
        </pc:picChg>
      </pc:sldChg>
      <pc:sldChg chg="addSp delSp modSp new mod setBg">
        <pc:chgData name="Barak Telem" userId="d0a7f981-39a6-47ea-b324-5cf2fd258e29" providerId="ADAL" clId="{567EB390-9C4D-4B7A-B7CE-EE18F96FBDC9}" dt="2026-01-25T15:08:20.599" v="1033" actId="20577"/>
        <pc:sldMkLst>
          <pc:docMk/>
          <pc:sldMk cId="136178761" sldId="259"/>
        </pc:sldMkLst>
        <pc:spChg chg="mod">
          <ac:chgData name="Barak Telem" userId="d0a7f981-39a6-47ea-b324-5cf2fd258e29" providerId="ADAL" clId="{567EB390-9C4D-4B7A-B7CE-EE18F96FBDC9}" dt="2026-01-25T14:51:11.714" v="658" actId="26606"/>
          <ac:spMkLst>
            <pc:docMk/>
            <pc:sldMk cId="136178761" sldId="259"/>
            <ac:spMk id="2" creationId="{91DAE8B7-3097-B190-11C1-E5B0BBDE4405}"/>
          </ac:spMkLst>
        </pc:spChg>
        <pc:spChg chg="mod">
          <ac:chgData name="Barak Telem" userId="d0a7f981-39a6-47ea-b324-5cf2fd258e29" providerId="ADAL" clId="{567EB390-9C4D-4B7A-B7CE-EE18F96FBDC9}" dt="2026-01-25T15:08:20.599" v="1033" actId="20577"/>
          <ac:spMkLst>
            <pc:docMk/>
            <pc:sldMk cId="136178761" sldId="259"/>
            <ac:spMk id="3" creationId="{0DE9AA84-5D7C-5466-3982-B71B1C19F86B}"/>
          </ac:spMkLst>
        </pc:spChg>
        <pc:picChg chg="add mod">
          <ac:chgData name="Barak Telem" userId="d0a7f981-39a6-47ea-b324-5cf2fd258e29" providerId="ADAL" clId="{567EB390-9C4D-4B7A-B7CE-EE18F96FBDC9}" dt="2026-01-25T14:51:18.529" v="659" actId="14100"/>
          <ac:picMkLst>
            <pc:docMk/>
            <pc:sldMk cId="136178761" sldId="259"/>
            <ac:picMk id="2050" creationId="{8DC36367-3357-F5AB-2450-591E7C03D99A}"/>
          </ac:picMkLst>
        </pc:picChg>
      </pc:sldChg>
      <pc:sldChg chg="addSp delSp modSp new mod ord setBg">
        <pc:chgData name="Barak Telem" userId="d0a7f981-39a6-47ea-b324-5cf2fd258e29" providerId="ADAL" clId="{567EB390-9C4D-4B7A-B7CE-EE18F96FBDC9}" dt="2026-01-25T17:54:52.402" v="1281" actId="20577"/>
        <pc:sldMkLst>
          <pc:docMk/>
          <pc:sldMk cId="1186808268" sldId="260"/>
        </pc:sldMkLst>
        <pc:spChg chg="mod">
          <ac:chgData name="Barak Telem" userId="d0a7f981-39a6-47ea-b324-5cf2fd258e29" providerId="ADAL" clId="{567EB390-9C4D-4B7A-B7CE-EE18F96FBDC9}" dt="2026-01-25T15:15:07.441" v="1103" actId="26606"/>
          <ac:spMkLst>
            <pc:docMk/>
            <pc:sldMk cId="1186808268" sldId="260"/>
            <ac:spMk id="2" creationId="{46C55C84-F40E-96EE-5928-52B66E9C7A6C}"/>
          </ac:spMkLst>
        </pc:spChg>
        <pc:spChg chg="mod">
          <ac:chgData name="Barak Telem" userId="d0a7f981-39a6-47ea-b324-5cf2fd258e29" providerId="ADAL" clId="{567EB390-9C4D-4B7A-B7CE-EE18F96FBDC9}" dt="2026-01-25T17:54:52.402" v="1281" actId="20577"/>
          <ac:spMkLst>
            <pc:docMk/>
            <pc:sldMk cId="1186808268" sldId="260"/>
            <ac:spMk id="3" creationId="{71F0F90E-B4B1-B685-B88E-61449F652595}"/>
          </ac:spMkLst>
        </pc:spChg>
        <pc:picChg chg="add mod">
          <ac:chgData name="Barak Telem" userId="d0a7f981-39a6-47ea-b324-5cf2fd258e29" providerId="ADAL" clId="{567EB390-9C4D-4B7A-B7CE-EE18F96FBDC9}" dt="2026-01-25T15:15:07.441" v="1103" actId="26606"/>
          <ac:picMkLst>
            <pc:docMk/>
            <pc:sldMk cId="1186808268" sldId="260"/>
            <ac:picMk id="3074" creationId="{D9171E65-FECC-40BF-A88E-87B98007EBFE}"/>
          </ac:picMkLst>
        </pc:picChg>
      </pc:sldChg>
      <pc:sldChg chg="addSp modSp new mod setBg">
        <pc:chgData name="Barak Telem" userId="d0a7f981-39a6-47ea-b324-5cf2fd258e29" providerId="ADAL" clId="{567EB390-9C4D-4B7A-B7CE-EE18F96FBDC9}" dt="2026-01-25T18:07:37.151" v="1308" actId="20577"/>
        <pc:sldMkLst>
          <pc:docMk/>
          <pc:sldMk cId="1111984434" sldId="261"/>
        </pc:sldMkLst>
        <pc:spChg chg="mod">
          <ac:chgData name="Barak Telem" userId="d0a7f981-39a6-47ea-b324-5cf2fd258e29" providerId="ADAL" clId="{567EB390-9C4D-4B7A-B7CE-EE18F96FBDC9}" dt="2026-01-25T18:07:21.707" v="1302" actId="26606"/>
          <ac:spMkLst>
            <pc:docMk/>
            <pc:sldMk cId="1111984434" sldId="261"/>
            <ac:spMk id="2" creationId="{8EB77429-ABC0-21F5-5DE3-AD07DDC623BB}"/>
          </ac:spMkLst>
        </pc:spChg>
        <pc:spChg chg="mod">
          <ac:chgData name="Barak Telem" userId="d0a7f981-39a6-47ea-b324-5cf2fd258e29" providerId="ADAL" clId="{567EB390-9C4D-4B7A-B7CE-EE18F96FBDC9}" dt="2026-01-25T18:07:37.151" v="1308" actId="20577"/>
          <ac:spMkLst>
            <pc:docMk/>
            <pc:sldMk cId="1111984434" sldId="261"/>
            <ac:spMk id="3" creationId="{71E25E80-BFE7-61BC-21A1-96BC4C782B44}"/>
          </ac:spMkLst>
        </pc:spChg>
        <pc:picChg chg="add mod">
          <ac:chgData name="Barak Telem" userId="d0a7f981-39a6-47ea-b324-5cf2fd258e29" providerId="ADAL" clId="{567EB390-9C4D-4B7A-B7CE-EE18F96FBDC9}" dt="2026-01-25T18:07:21.707" v="1302" actId="26606"/>
          <ac:picMkLst>
            <pc:docMk/>
            <pc:sldMk cId="1111984434" sldId="261"/>
            <ac:picMk id="4098" creationId="{EE562EC8-D365-10BD-F46D-44DB9C0C4B1D}"/>
          </ac:picMkLst>
        </pc:picChg>
      </pc:sldChg>
      <pc:sldChg chg="modSp new mod">
        <pc:chgData name="Barak Telem" userId="d0a7f981-39a6-47ea-b324-5cf2fd258e29" providerId="ADAL" clId="{567EB390-9C4D-4B7A-B7CE-EE18F96FBDC9}" dt="2026-01-25T18:05:32.902" v="1285" actId="21"/>
        <pc:sldMkLst>
          <pc:docMk/>
          <pc:sldMk cId="2646333239" sldId="262"/>
        </pc:sldMkLst>
        <pc:spChg chg="mod">
          <ac:chgData name="Barak Telem" userId="d0a7f981-39a6-47ea-b324-5cf2fd258e29" providerId="ADAL" clId="{567EB390-9C4D-4B7A-B7CE-EE18F96FBDC9}" dt="2026-01-25T13:20:15.263" v="363" actId="20577"/>
          <ac:spMkLst>
            <pc:docMk/>
            <pc:sldMk cId="2646333239" sldId="262"/>
            <ac:spMk id="2" creationId="{DEC6932D-F516-22DB-F3DB-02BA28225AEF}"/>
          </ac:spMkLst>
        </pc:spChg>
        <pc:spChg chg="mod">
          <ac:chgData name="Barak Telem" userId="d0a7f981-39a6-47ea-b324-5cf2fd258e29" providerId="ADAL" clId="{567EB390-9C4D-4B7A-B7CE-EE18F96FBDC9}" dt="2026-01-25T18:05:32.902" v="1285" actId="21"/>
          <ac:spMkLst>
            <pc:docMk/>
            <pc:sldMk cId="2646333239" sldId="262"/>
            <ac:spMk id="3" creationId="{67E2D688-B3BE-194B-2577-714FC13319CA}"/>
          </ac:spMkLst>
        </pc:spChg>
      </pc:sldChg>
      <pc:sldChg chg="modSp new mod">
        <pc:chgData name="Barak Telem" userId="d0a7f981-39a6-47ea-b324-5cf2fd258e29" providerId="ADAL" clId="{567EB390-9C4D-4B7A-B7CE-EE18F96FBDC9}" dt="2026-01-25T13:24:40.902" v="478" actId="20577"/>
        <pc:sldMkLst>
          <pc:docMk/>
          <pc:sldMk cId="858428132" sldId="263"/>
        </pc:sldMkLst>
        <pc:spChg chg="mod">
          <ac:chgData name="Barak Telem" userId="d0a7f981-39a6-47ea-b324-5cf2fd258e29" providerId="ADAL" clId="{567EB390-9C4D-4B7A-B7CE-EE18F96FBDC9}" dt="2026-01-25T13:24:40.902" v="478" actId="20577"/>
          <ac:spMkLst>
            <pc:docMk/>
            <pc:sldMk cId="858428132" sldId="263"/>
            <ac:spMk id="2" creationId="{011F2DFB-99E4-73CD-DE72-80212B9D1D06}"/>
          </ac:spMkLst>
        </pc:spChg>
      </pc:sldChg>
      <pc:sldChg chg="modSp new mod">
        <pc:chgData name="Barak Telem" userId="d0a7f981-39a6-47ea-b324-5cf2fd258e29" providerId="ADAL" clId="{567EB390-9C4D-4B7A-B7CE-EE18F96FBDC9}" dt="2026-01-25T13:34:12.279" v="558" actId="20577"/>
        <pc:sldMkLst>
          <pc:docMk/>
          <pc:sldMk cId="915998203" sldId="265"/>
        </pc:sldMkLst>
        <pc:spChg chg="mod">
          <ac:chgData name="Barak Telem" userId="d0a7f981-39a6-47ea-b324-5cf2fd258e29" providerId="ADAL" clId="{567EB390-9C4D-4B7A-B7CE-EE18F96FBDC9}" dt="2026-01-25T13:34:12.279" v="558" actId="20577"/>
          <ac:spMkLst>
            <pc:docMk/>
            <pc:sldMk cId="915998203" sldId="265"/>
            <ac:spMk id="2" creationId="{1135C27B-1BA5-9766-2A16-DDB32E3E565C}"/>
          </ac:spMkLst>
        </pc:spChg>
      </pc:sldChg>
      <pc:sldChg chg="addSp modSp new mod setBg modNotesTx">
        <pc:chgData name="Barak Telem" userId="d0a7f981-39a6-47ea-b324-5cf2fd258e29" providerId="ADAL" clId="{567EB390-9C4D-4B7A-B7CE-EE18F96FBDC9}" dt="2026-01-26T08:22:07.327" v="1534" actId="1076"/>
        <pc:sldMkLst>
          <pc:docMk/>
          <pc:sldMk cId="1791042911" sldId="266"/>
        </pc:sldMkLst>
        <pc:spChg chg="mod">
          <ac:chgData name="Barak Telem" userId="d0a7f981-39a6-47ea-b324-5cf2fd258e29" providerId="ADAL" clId="{567EB390-9C4D-4B7A-B7CE-EE18F96FBDC9}" dt="2026-01-26T08:16:05.928" v="1418" actId="26606"/>
          <ac:spMkLst>
            <pc:docMk/>
            <pc:sldMk cId="1791042911" sldId="266"/>
            <ac:spMk id="2" creationId="{5C6FEA68-3F3A-4FEC-F5DE-B16E5D54D24D}"/>
          </ac:spMkLst>
        </pc:spChg>
        <pc:spChg chg="mod">
          <ac:chgData name="Barak Telem" userId="d0a7f981-39a6-47ea-b324-5cf2fd258e29" providerId="ADAL" clId="{567EB390-9C4D-4B7A-B7CE-EE18F96FBDC9}" dt="2026-01-26T08:16:35.432" v="1423" actId="1076"/>
          <ac:spMkLst>
            <pc:docMk/>
            <pc:sldMk cId="1791042911" sldId="266"/>
            <ac:spMk id="3" creationId="{6972383C-5982-BE7C-1C79-5EC0690F9034}"/>
          </ac:spMkLst>
        </pc:spChg>
        <pc:picChg chg="add mod">
          <ac:chgData name="Barak Telem" userId="d0a7f981-39a6-47ea-b324-5cf2fd258e29" providerId="ADAL" clId="{567EB390-9C4D-4B7A-B7CE-EE18F96FBDC9}" dt="2026-01-26T08:22:07.327" v="1534" actId="1076"/>
          <ac:picMkLst>
            <pc:docMk/>
            <pc:sldMk cId="1791042911" sldId="266"/>
            <ac:picMk id="1026" creationId="{F082E2BC-EF6F-BFC3-A68D-8F38D8680A32}"/>
          </ac:picMkLst>
        </pc:picChg>
      </pc:sldChg>
      <pc:sldChg chg="addSp delSp modSp add mod">
        <pc:chgData name="Barak Telem" userId="d0a7f981-39a6-47ea-b324-5cf2fd258e29" providerId="ADAL" clId="{567EB390-9C4D-4B7A-B7CE-EE18F96FBDC9}" dt="2026-01-26T08:29:08.782" v="1797" actId="20577"/>
        <pc:sldMkLst>
          <pc:docMk/>
          <pc:sldMk cId="953616327" sldId="267"/>
        </pc:sldMkLst>
        <pc:spChg chg="mod">
          <ac:chgData name="Barak Telem" userId="d0a7f981-39a6-47ea-b324-5cf2fd258e29" providerId="ADAL" clId="{567EB390-9C4D-4B7A-B7CE-EE18F96FBDC9}" dt="2026-01-26T08:29:08.782" v="1797" actId="20577"/>
          <ac:spMkLst>
            <pc:docMk/>
            <pc:sldMk cId="953616327" sldId="267"/>
            <ac:spMk id="3" creationId="{F86D79B6-047E-7E31-2CE1-DC7DC498B411}"/>
          </ac:spMkLst>
        </pc:spChg>
      </pc:sldChg>
      <pc:sldChg chg="addSp delSp modSp add mod addAnim delAnim">
        <pc:chgData name="Barak Telem" userId="d0a7f981-39a6-47ea-b324-5cf2fd258e29" providerId="ADAL" clId="{567EB390-9C4D-4B7A-B7CE-EE18F96FBDC9}" dt="2026-01-26T08:32:28.801" v="1943" actId="313"/>
        <pc:sldMkLst>
          <pc:docMk/>
          <pc:sldMk cId="2351415193" sldId="268"/>
        </pc:sldMkLst>
        <pc:spChg chg="mod">
          <ac:chgData name="Barak Telem" userId="d0a7f981-39a6-47ea-b324-5cf2fd258e29" providerId="ADAL" clId="{567EB390-9C4D-4B7A-B7CE-EE18F96FBDC9}" dt="2026-01-26T08:32:28.801" v="1943" actId="313"/>
          <ac:spMkLst>
            <pc:docMk/>
            <pc:sldMk cId="2351415193" sldId="268"/>
            <ac:spMk id="3" creationId="{07734AE8-8BB2-6BBD-02AA-07DBF812620A}"/>
          </ac:spMkLst>
        </pc:spChg>
      </pc:sldChg>
    </pc:docChg>
  </pc:docChgLst>
  <pc:docChgLst>
    <pc:chgData name="Barak Telem" userId="8404befc-235a-42c9-bd1f-100716071d01" providerId="ADAL" clId="{567EB390-9C4D-4B7A-B7CE-EE18F96FBDC9}"/>
    <pc:docChg chg="undo custSel addSld delSld modSld sldOrd">
      <pc:chgData name="Barak Telem" userId="8404befc-235a-42c9-bd1f-100716071d01" providerId="ADAL" clId="{567EB390-9C4D-4B7A-B7CE-EE18F96FBDC9}" dt="2026-01-29T12:11:31.225" v="4408"/>
      <pc:docMkLst>
        <pc:docMk/>
      </pc:docMkLst>
      <pc:sldChg chg="addSp delSp modSp mod modTransition modAnim modNotesTx">
        <pc:chgData name="Barak Telem" userId="8404befc-235a-42c9-bd1f-100716071d01" providerId="ADAL" clId="{567EB390-9C4D-4B7A-B7CE-EE18F96FBDC9}" dt="2026-01-26T19:09:17.891" v="3798"/>
        <pc:sldMkLst>
          <pc:docMk/>
          <pc:sldMk cId="89434305" sldId="256"/>
        </pc:sldMkLst>
        <pc:spChg chg="mod">
          <ac:chgData name="Barak Telem" userId="8404befc-235a-42c9-bd1f-100716071d01" providerId="ADAL" clId="{567EB390-9C4D-4B7A-B7CE-EE18F96FBDC9}" dt="2026-01-26T16:24:35.181" v="187" actId="20577"/>
          <ac:spMkLst>
            <pc:docMk/>
            <pc:sldMk cId="89434305" sldId="256"/>
            <ac:spMk id="2" creationId="{C09FD060-1F70-91D5-40FB-F08DCA1C454E}"/>
          </ac:spMkLst>
        </pc:spChg>
        <pc:spChg chg="mod">
          <ac:chgData name="Barak Telem" userId="8404befc-235a-42c9-bd1f-100716071d01" providerId="ADAL" clId="{567EB390-9C4D-4B7A-B7CE-EE18F96FBDC9}" dt="2026-01-26T16:23:02.643" v="73" actId="1076"/>
          <ac:spMkLst>
            <pc:docMk/>
            <pc:sldMk cId="89434305" sldId="256"/>
            <ac:spMk id="3" creationId="{FEEE7B36-57C3-71CC-F559-494D19C0C067}"/>
          </ac:spMkLst>
        </pc:spChg>
        <pc:picChg chg="add mod">
          <ac:chgData name="Barak Telem" userId="8404befc-235a-42c9-bd1f-100716071d01" providerId="ADAL" clId="{567EB390-9C4D-4B7A-B7CE-EE18F96FBDC9}" dt="2026-01-26T19:09:17.891" v="3798"/>
          <ac:picMkLst>
            <pc:docMk/>
            <pc:sldMk cId="89434305" sldId="256"/>
            <ac:picMk id="66" creationId="{90D4C6EC-341C-32E3-326C-AF5EF302F0BE}"/>
          </ac:picMkLst>
        </pc:picChg>
      </pc:sldChg>
      <pc:sldChg chg="mod modShow">
        <pc:chgData name="Barak Telem" userId="8404befc-235a-42c9-bd1f-100716071d01" providerId="ADAL" clId="{567EB390-9C4D-4B7A-B7CE-EE18F96FBDC9}" dt="2026-01-26T14:04:05.116" v="0" actId="729"/>
        <pc:sldMkLst>
          <pc:docMk/>
          <pc:sldMk cId="2834075261" sldId="257"/>
        </pc:sldMkLst>
      </pc:sldChg>
      <pc:sldChg chg="addSp delSp modSp mod modTransition modAnim modNotesTx">
        <pc:chgData name="Barak Telem" userId="8404befc-235a-42c9-bd1f-100716071d01" providerId="ADAL" clId="{567EB390-9C4D-4B7A-B7CE-EE18F96FBDC9}" dt="2026-01-26T19:05:26.232" v="3694"/>
        <pc:sldMkLst>
          <pc:docMk/>
          <pc:sldMk cId="136178761" sldId="259"/>
        </pc:sldMkLst>
        <pc:spChg chg="mod">
          <ac:chgData name="Barak Telem" userId="8404befc-235a-42c9-bd1f-100716071d01" providerId="ADAL" clId="{567EB390-9C4D-4B7A-B7CE-EE18F96FBDC9}" dt="2026-01-26T18:50:00.074" v="3262" actId="20577"/>
          <ac:spMkLst>
            <pc:docMk/>
            <pc:sldMk cId="136178761" sldId="259"/>
            <ac:spMk id="2" creationId="{91DAE8B7-3097-B190-11C1-E5B0BBDE4405}"/>
          </ac:spMkLst>
        </pc:spChg>
        <pc:spChg chg="mod">
          <ac:chgData name="Barak Telem" userId="8404befc-235a-42c9-bd1f-100716071d01" providerId="ADAL" clId="{567EB390-9C4D-4B7A-B7CE-EE18F96FBDC9}" dt="2026-01-26T18:57:27.248" v="3616" actId="20577"/>
          <ac:spMkLst>
            <pc:docMk/>
            <pc:sldMk cId="136178761" sldId="259"/>
            <ac:spMk id="3" creationId="{0DE9AA84-5D7C-5466-3982-B71B1C19F86B}"/>
          </ac:spMkLst>
        </pc:spChg>
        <pc:picChg chg="mod">
          <ac:chgData name="Barak Telem" userId="8404befc-235a-42c9-bd1f-100716071d01" providerId="ADAL" clId="{567EB390-9C4D-4B7A-B7CE-EE18F96FBDC9}" dt="2026-01-26T16:32:55.381" v="641" actId="1076"/>
          <ac:picMkLst>
            <pc:docMk/>
            <pc:sldMk cId="136178761" sldId="259"/>
            <ac:picMk id="2050" creationId="{8DC36367-3357-F5AB-2450-591E7C03D99A}"/>
          </ac:picMkLst>
        </pc:picChg>
        <pc:picChg chg="add mod">
          <ac:chgData name="Barak Telem" userId="8404befc-235a-42c9-bd1f-100716071d01" providerId="ADAL" clId="{567EB390-9C4D-4B7A-B7CE-EE18F96FBDC9}" dt="2026-01-26T19:05:26.232" v="3694"/>
          <ac:picMkLst>
            <pc:docMk/>
            <pc:sldMk cId="136178761" sldId="259"/>
            <ac:picMk id="2070" creationId="{DE6C94AB-E516-888D-7973-A3322D8AF3E7}"/>
          </ac:picMkLst>
        </pc:picChg>
      </pc:sldChg>
      <pc:sldChg chg="addSp delSp modSp mod modTransition modAnim modNotesTx">
        <pc:chgData name="Barak Telem" userId="8404befc-235a-42c9-bd1f-100716071d01" providerId="ADAL" clId="{567EB390-9C4D-4B7A-B7CE-EE18F96FBDC9}" dt="2026-01-26T19:10:57.471" v="3805"/>
        <pc:sldMkLst>
          <pc:docMk/>
          <pc:sldMk cId="1186808268" sldId="260"/>
        </pc:sldMkLst>
        <pc:spChg chg="mod">
          <ac:chgData name="Barak Telem" userId="8404befc-235a-42c9-bd1f-100716071d01" providerId="ADAL" clId="{567EB390-9C4D-4B7A-B7CE-EE18F96FBDC9}" dt="2026-01-26T17:43:21.044" v="2307" actId="20577"/>
          <ac:spMkLst>
            <pc:docMk/>
            <pc:sldMk cId="1186808268" sldId="260"/>
            <ac:spMk id="3" creationId="{71F0F90E-B4B1-B685-B88E-61449F652595}"/>
          </ac:spMkLst>
        </pc:spChg>
        <pc:picChg chg="add mod">
          <ac:chgData name="Barak Telem" userId="8404befc-235a-42c9-bd1f-100716071d01" providerId="ADAL" clId="{567EB390-9C4D-4B7A-B7CE-EE18F96FBDC9}" dt="2026-01-26T19:10:57.471" v="3805"/>
          <ac:picMkLst>
            <pc:docMk/>
            <pc:sldMk cId="1186808268" sldId="260"/>
            <ac:picMk id="53" creationId="{53DD617A-032D-33BB-EF48-7E12451750D1}"/>
          </ac:picMkLst>
        </pc:picChg>
      </pc:sldChg>
      <pc:sldChg chg="del">
        <pc:chgData name="Barak Telem" userId="8404befc-235a-42c9-bd1f-100716071d01" providerId="ADAL" clId="{567EB390-9C4D-4B7A-B7CE-EE18F96FBDC9}" dt="2026-01-29T12:10:21.245" v="4396" actId="2696"/>
        <pc:sldMkLst>
          <pc:docMk/>
          <pc:sldMk cId="1111984434" sldId="261"/>
        </pc:sldMkLst>
      </pc:sldChg>
      <pc:sldChg chg="del">
        <pc:chgData name="Barak Telem" userId="8404befc-235a-42c9-bd1f-100716071d01" providerId="ADAL" clId="{567EB390-9C4D-4B7A-B7CE-EE18F96FBDC9}" dt="2026-01-29T12:10:41.602" v="4400" actId="2696"/>
        <pc:sldMkLst>
          <pc:docMk/>
          <pc:sldMk cId="2646333239" sldId="262"/>
        </pc:sldMkLst>
      </pc:sldChg>
      <pc:sldChg chg="del">
        <pc:chgData name="Barak Telem" userId="8404befc-235a-42c9-bd1f-100716071d01" providerId="ADAL" clId="{567EB390-9C4D-4B7A-B7CE-EE18F96FBDC9}" dt="2026-01-29T12:10:44.381" v="4401" actId="2696"/>
        <pc:sldMkLst>
          <pc:docMk/>
          <pc:sldMk cId="858428132" sldId="263"/>
        </pc:sldMkLst>
      </pc:sldChg>
      <pc:sldChg chg="del">
        <pc:chgData name="Barak Telem" userId="8404befc-235a-42c9-bd1f-100716071d01" providerId="ADAL" clId="{567EB390-9C4D-4B7A-B7CE-EE18F96FBDC9}" dt="2026-01-29T12:10:47.037" v="4402" actId="2696"/>
        <pc:sldMkLst>
          <pc:docMk/>
          <pc:sldMk cId="915998203" sldId="265"/>
        </pc:sldMkLst>
      </pc:sldChg>
      <pc:sldChg chg="addSp delSp modSp mod modTransition modAnim modNotesTx">
        <pc:chgData name="Barak Telem" userId="8404befc-235a-42c9-bd1f-100716071d01" providerId="ADAL" clId="{567EB390-9C4D-4B7A-B7CE-EE18F96FBDC9}" dt="2026-01-26T19:15:03.664" v="3817"/>
        <pc:sldMkLst>
          <pc:docMk/>
          <pc:sldMk cId="1791042911" sldId="266"/>
        </pc:sldMkLst>
        <pc:spChg chg="mod">
          <ac:chgData name="Barak Telem" userId="8404befc-235a-42c9-bd1f-100716071d01" providerId="ADAL" clId="{567EB390-9C4D-4B7A-B7CE-EE18F96FBDC9}" dt="2026-01-26T17:25:16.683" v="2016" actId="20577"/>
          <ac:spMkLst>
            <pc:docMk/>
            <pc:sldMk cId="1791042911" sldId="266"/>
            <ac:spMk id="3" creationId="{6972383C-5982-BE7C-1C79-5EC0690F9034}"/>
          </ac:spMkLst>
        </pc:spChg>
        <pc:picChg chg="add mod">
          <ac:chgData name="Barak Telem" userId="8404befc-235a-42c9-bd1f-100716071d01" providerId="ADAL" clId="{567EB390-9C4D-4B7A-B7CE-EE18F96FBDC9}" dt="2026-01-26T19:15:03.664" v="3817"/>
          <ac:picMkLst>
            <pc:docMk/>
            <pc:sldMk cId="1791042911" sldId="266"/>
            <ac:picMk id="44" creationId="{162EE1EA-27CD-698B-11E7-FE75E9CFA8AF}"/>
          </ac:picMkLst>
        </pc:picChg>
        <pc:picChg chg="mod">
          <ac:chgData name="Barak Telem" userId="8404befc-235a-42c9-bd1f-100716071d01" providerId="ADAL" clId="{567EB390-9C4D-4B7A-B7CE-EE18F96FBDC9}" dt="2026-01-26T17:13:41.931" v="1706" actId="732"/>
          <ac:picMkLst>
            <pc:docMk/>
            <pc:sldMk cId="1791042911" sldId="266"/>
            <ac:picMk id="1026" creationId="{F082E2BC-EF6F-BFC3-A68D-8F38D8680A32}"/>
          </ac:picMkLst>
        </pc:picChg>
      </pc:sldChg>
      <pc:sldChg chg="addSp delSp modSp mod modTransition modAnim modNotesTx">
        <pc:chgData name="Barak Telem" userId="8404befc-235a-42c9-bd1f-100716071d01" providerId="ADAL" clId="{567EB390-9C4D-4B7A-B7CE-EE18F96FBDC9}" dt="2026-01-26T18:02:27.723" v="2638"/>
        <pc:sldMkLst>
          <pc:docMk/>
          <pc:sldMk cId="953616327" sldId="267"/>
        </pc:sldMkLst>
        <pc:spChg chg="mod">
          <ac:chgData name="Barak Telem" userId="8404befc-235a-42c9-bd1f-100716071d01" providerId="ADAL" clId="{567EB390-9C4D-4B7A-B7CE-EE18F96FBDC9}" dt="2026-01-26T16:18:21.814" v="21" actId="26606"/>
          <ac:spMkLst>
            <pc:docMk/>
            <pc:sldMk cId="953616327" sldId="267"/>
            <ac:spMk id="2" creationId="{68F7DC82-E519-DB00-7864-12E533E9DD9E}"/>
          </ac:spMkLst>
        </pc:spChg>
        <pc:spChg chg="mod">
          <ac:chgData name="Barak Telem" userId="8404befc-235a-42c9-bd1f-100716071d01" providerId="ADAL" clId="{567EB390-9C4D-4B7A-B7CE-EE18F96FBDC9}" dt="2026-01-26T16:57:42.775" v="1089" actId="20577"/>
          <ac:spMkLst>
            <pc:docMk/>
            <pc:sldMk cId="953616327" sldId="267"/>
            <ac:spMk id="3" creationId="{F86D79B6-047E-7E31-2CE1-DC7DC498B411}"/>
          </ac:spMkLst>
        </pc:spChg>
        <pc:picChg chg="add mod ord modCrop">
          <ac:chgData name="Barak Telem" userId="8404befc-235a-42c9-bd1f-100716071d01" providerId="ADAL" clId="{567EB390-9C4D-4B7A-B7CE-EE18F96FBDC9}" dt="2026-01-26T16:20:53.067" v="71" actId="1076"/>
          <ac:picMkLst>
            <pc:docMk/>
            <pc:sldMk cId="953616327" sldId="267"/>
            <ac:picMk id="7" creationId="{2A7A0FEB-F425-FF42-2302-E6CC38D6BB04}"/>
          </ac:picMkLst>
        </pc:picChg>
        <pc:picChg chg="add mod">
          <ac:chgData name="Barak Telem" userId="8404befc-235a-42c9-bd1f-100716071d01" providerId="ADAL" clId="{567EB390-9C4D-4B7A-B7CE-EE18F96FBDC9}" dt="2026-01-26T18:02:27.723" v="2638"/>
          <ac:picMkLst>
            <pc:docMk/>
            <pc:sldMk cId="953616327" sldId="267"/>
            <ac:picMk id="48" creationId="{690A6F06-0C25-B9F9-9A84-31C18D7100B4}"/>
          </ac:picMkLst>
        </pc:picChg>
      </pc:sldChg>
      <pc:sldChg chg="addSp delSp modSp mod modTransition modAnim modNotesTx">
        <pc:chgData name="Barak Telem" userId="8404befc-235a-42c9-bd1f-100716071d01" providerId="ADAL" clId="{567EB390-9C4D-4B7A-B7CE-EE18F96FBDC9}" dt="2026-01-28T16:35:28.080" v="4394" actId="20577"/>
        <pc:sldMkLst>
          <pc:docMk/>
          <pc:sldMk cId="2351415193" sldId="268"/>
        </pc:sldMkLst>
        <pc:spChg chg="mod">
          <ac:chgData name="Barak Telem" userId="8404befc-235a-42c9-bd1f-100716071d01" providerId="ADAL" clId="{567EB390-9C4D-4B7A-B7CE-EE18F96FBDC9}" dt="2026-01-26T16:42:10.602" v="1086" actId="14100"/>
          <ac:spMkLst>
            <pc:docMk/>
            <pc:sldMk cId="2351415193" sldId="268"/>
            <ac:spMk id="3" creationId="{07734AE8-8BB2-6BBD-02AA-07DBF812620A}"/>
          </ac:spMkLst>
        </pc:spChg>
        <pc:spChg chg="add mod">
          <ac:chgData name="Barak Telem" userId="8404befc-235a-42c9-bd1f-100716071d01" providerId="ADAL" clId="{567EB390-9C4D-4B7A-B7CE-EE18F96FBDC9}" dt="2026-01-26T17:18:44.515" v="1983" actId="1076"/>
          <ac:spMkLst>
            <pc:docMk/>
            <pc:sldMk cId="2351415193" sldId="268"/>
            <ac:spMk id="6" creationId="{8F8BDEFB-0FA8-2C66-1F72-5D75AF50FC33}"/>
          </ac:spMkLst>
        </pc:spChg>
        <pc:spChg chg="add mod">
          <ac:chgData name="Barak Telem" userId="8404befc-235a-42c9-bd1f-100716071d01" providerId="ADAL" clId="{567EB390-9C4D-4B7A-B7CE-EE18F96FBDC9}" dt="2026-01-26T17:18:55.775" v="1984" actId="14100"/>
          <ac:spMkLst>
            <pc:docMk/>
            <pc:sldMk cId="2351415193" sldId="268"/>
            <ac:spMk id="7" creationId="{9A9C055F-5D23-8DDC-66FC-10279E854CBF}"/>
          </ac:spMkLst>
        </pc:spChg>
        <pc:spChg chg="add mod">
          <ac:chgData name="Barak Telem" userId="8404befc-235a-42c9-bd1f-100716071d01" providerId="ADAL" clId="{567EB390-9C4D-4B7A-B7CE-EE18F96FBDC9}" dt="2026-01-26T17:19:22.386" v="1986" actId="14100"/>
          <ac:spMkLst>
            <pc:docMk/>
            <pc:sldMk cId="2351415193" sldId="268"/>
            <ac:spMk id="15" creationId="{929CDA3A-B9C4-862E-E92D-F77BFCA4EFD1}"/>
          </ac:spMkLst>
        </pc:spChg>
        <pc:grpChg chg="add mod">
          <ac:chgData name="Barak Telem" userId="8404befc-235a-42c9-bd1f-100716071d01" providerId="ADAL" clId="{567EB390-9C4D-4B7A-B7CE-EE18F96FBDC9}" dt="2026-01-26T17:08:04.927" v="1530" actId="571"/>
          <ac:grpSpMkLst>
            <pc:docMk/>
            <pc:sldMk cId="2351415193" sldId="268"/>
            <ac:grpSpMk id="13" creationId="{487D605D-2721-612D-F272-111463D3B6DE}"/>
          </ac:grpSpMkLst>
        </pc:grpChg>
        <pc:picChg chg="add mod modCrop">
          <ac:chgData name="Barak Telem" userId="8404befc-235a-42c9-bd1f-100716071d01" providerId="ADAL" clId="{567EB390-9C4D-4B7A-B7CE-EE18F96FBDC9}" dt="2026-01-26T16:40:54.946" v="1047" actId="1076"/>
          <ac:picMkLst>
            <pc:docMk/>
            <pc:sldMk cId="2351415193" sldId="268"/>
            <ac:picMk id="5" creationId="{EC093210-7DB9-379A-4D42-81ED333883EA}"/>
          </ac:picMkLst>
        </pc:picChg>
        <pc:picChg chg="add mod">
          <ac:chgData name="Barak Telem" userId="8404befc-235a-42c9-bd1f-100716071d01" providerId="ADAL" clId="{567EB390-9C4D-4B7A-B7CE-EE18F96FBDC9}" dt="2026-01-26T19:38:45.231" v="4392"/>
          <ac:picMkLst>
            <pc:docMk/>
            <pc:sldMk cId="2351415193" sldId="268"/>
            <ac:picMk id="4280" creationId="{FAB69FC5-0F8B-4B50-C15E-4420572F9582}"/>
          </ac:picMkLst>
        </pc:picChg>
      </pc:sldChg>
      <pc:sldChg chg="addSp delSp modSp new mod setBg setClrOvrMap">
        <pc:chgData name="Barak Telem" userId="8404befc-235a-42c9-bd1f-100716071d01" providerId="ADAL" clId="{567EB390-9C4D-4B7A-B7CE-EE18F96FBDC9}" dt="2026-01-26T18:49:13.557" v="3261"/>
        <pc:sldMkLst>
          <pc:docMk/>
          <pc:sldMk cId="2637498032" sldId="269"/>
        </pc:sldMkLst>
        <pc:spChg chg="mod">
          <ac:chgData name="Barak Telem" userId="8404befc-235a-42c9-bd1f-100716071d01" providerId="ADAL" clId="{567EB390-9C4D-4B7A-B7CE-EE18F96FBDC9}" dt="2026-01-26T16:20:17.833" v="68" actId="20577"/>
          <ac:spMkLst>
            <pc:docMk/>
            <pc:sldMk cId="2637498032" sldId="269"/>
            <ac:spMk id="2" creationId="{B99E47E4-1981-5ED1-E30B-4215196B40B9}"/>
          </ac:spMkLst>
        </pc:spChg>
        <pc:spChg chg="add">
          <ac:chgData name="Barak Telem" userId="8404befc-235a-42c9-bd1f-100716071d01" providerId="ADAL" clId="{567EB390-9C4D-4B7A-B7CE-EE18F96FBDC9}" dt="2026-01-26T16:20:09.807" v="47" actId="26606"/>
          <ac:spMkLst>
            <pc:docMk/>
            <pc:sldMk cId="2637498032" sldId="269"/>
            <ac:spMk id="17" creationId="{2FCAD798-DEC5-4392-90CE-C46AD6CE68A3}"/>
          </ac:spMkLst>
        </pc:spChg>
        <pc:grpChg chg="add">
          <ac:chgData name="Barak Telem" userId="8404befc-235a-42c9-bd1f-100716071d01" providerId="ADAL" clId="{567EB390-9C4D-4B7A-B7CE-EE18F96FBDC9}" dt="2026-01-26T16:20:09.807" v="47" actId="26606"/>
          <ac:grpSpMkLst>
            <pc:docMk/>
            <pc:sldMk cId="2637498032" sldId="269"/>
            <ac:grpSpMk id="8" creationId="{5B44741E-4F8A-4DC4-96E4-E4A2E555A88D}"/>
          </ac:grpSpMkLst>
        </pc:grpChg>
        <pc:grpChg chg="add">
          <ac:chgData name="Barak Telem" userId="8404befc-235a-42c9-bd1f-100716071d01" providerId="ADAL" clId="{567EB390-9C4D-4B7A-B7CE-EE18F96FBDC9}" dt="2026-01-26T16:20:09.807" v="47" actId="26606"/>
          <ac:grpSpMkLst>
            <pc:docMk/>
            <pc:sldMk cId="2637498032" sldId="269"/>
            <ac:grpSpMk id="19" creationId="{F1ECA4FE-7D2F-4576-B767-3A5F5ABFE90F}"/>
          </ac:grpSpMkLst>
        </pc:grpChg>
        <pc:picChg chg="add mod">
          <ac:chgData name="Barak Telem" userId="8404befc-235a-42c9-bd1f-100716071d01" providerId="ADAL" clId="{567EB390-9C4D-4B7A-B7CE-EE18F96FBDC9}" dt="2026-01-26T18:49:13.557" v="3261"/>
          <ac:picMkLst>
            <pc:docMk/>
            <pc:sldMk cId="2637498032" sldId="269"/>
            <ac:picMk id="54" creationId="{A62D32EC-172B-72D1-C725-744640B637E2}"/>
          </ac:picMkLst>
        </pc:picChg>
        <pc:cxnChg chg="add">
          <ac:chgData name="Barak Telem" userId="8404befc-235a-42c9-bd1f-100716071d01" providerId="ADAL" clId="{567EB390-9C4D-4B7A-B7CE-EE18F96FBDC9}" dt="2026-01-26T16:20:09.807" v="47" actId="26606"/>
          <ac:cxnSpMkLst>
            <pc:docMk/>
            <pc:sldMk cId="2637498032" sldId="269"/>
            <ac:cxnSpMk id="23" creationId="{E81F53E2-F556-42FA-8D24-113839EE19F8}"/>
          </ac:cxnSpMkLst>
        </pc:cxnChg>
      </pc:sldChg>
      <pc:sldChg chg="add setBg">
        <pc:chgData name="Barak Telem" userId="8404befc-235a-42c9-bd1f-100716071d01" providerId="ADAL" clId="{567EB390-9C4D-4B7A-B7CE-EE18F96FBDC9}" dt="2026-01-29T12:10:03.033" v="4395"/>
        <pc:sldMkLst>
          <pc:docMk/>
          <pc:sldMk cId="247062492" sldId="270"/>
        </pc:sldMkLst>
      </pc:sldChg>
      <pc:sldChg chg="add ord">
        <pc:chgData name="Barak Telem" userId="8404befc-235a-42c9-bd1f-100716071d01" providerId="ADAL" clId="{567EB390-9C4D-4B7A-B7CE-EE18F96FBDC9}" dt="2026-01-29T12:10:35.872" v="4399"/>
        <pc:sldMkLst>
          <pc:docMk/>
          <pc:sldMk cId="1143950386" sldId="271"/>
        </pc:sldMkLst>
      </pc:sldChg>
      <pc:sldChg chg="add">
        <pc:chgData name="Barak Telem" userId="8404befc-235a-42c9-bd1f-100716071d01" providerId="ADAL" clId="{567EB390-9C4D-4B7A-B7CE-EE18F96FBDC9}" dt="2026-01-29T12:11:27.571" v="4407"/>
        <pc:sldMkLst>
          <pc:docMk/>
          <pc:sldMk cId="3559157161" sldId="272"/>
        </pc:sldMkLst>
      </pc:sldChg>
      <pc:sldChg chg="add">
        <pc:chgData name="Barak Telem" userId="8404befc-235a-42c9-bd1f-100716071d01" providerId="ADAL" clId="{567EB390-9C4D-4B7A-B7CE-EE18F96FBDC9}" dt="2026-01-29T12:11:31.225" v="4408"/>
        <pc:sldMkLst>
          <pc:docMk/>
          <pc:sldMk cId="705728320" sldId="273"/>
        </pc:sldMkLst>
      </pc:sldChg>
      <pc:sldChg chg="add">
        <pc:chgData name="Barak Telem" userId="8404befc-235a-42c9-bd1f-100716071d01" providerId="ADAL" clId="{567EB390-9C4D-4B7A-B7CE-EE18F96FBDC9}" dt="2026-01-29T12:10:54.737" v="4403"/>
        <pc:sldMkLst>
          <pc:docMk/>
          <pc:sldMk cId="224289689" sldId="274"/>
        </pc:sldMkLst>
      </pc:sldChg>
      <pc:sldChg chg="add">
        <pc:chgData name="Barak Telem" userId="8404befc-235a-42c9-bd1f-100716071d01" providerId="ADAL" clId="{567EB390-9C4D-4B7A-B7CE-EE18F96FBDC9}" dt="2026-01-29T12:10:59.901" v="4404"/>
        <pc:sldMkLst>
          <pc:docMk/>
          <pc:sldMk cId="2370816486" sldId="275"/>
        </pc:sldMkLst>
      </pc:sldChg>
      <pc:sldChg chg="add">
        <pc:chgData name="Barak Telem" userId="8404befc-235a-42c9-bd1f-100716071d01" providerId="ADAL" clId="{567EB390-9C4D-4B7A-B7CE-EE18F96FBDC9}" dt="2026-01-29T12:11:13.037" v="4405"/>
        <pc:sldMkLst>
          <pc:docMk/>
          <pc:sldMk cId="3194560898" sldId="276"/>
        </pc:sldMkLst>
      </pc:sldChg>
      <pc:sldChg chg="add">
        <pc:chgData name="Barak Telem" userId="8404befc-235a-42c9-bd1f-100716071d01" providerId="ADAL" clId="{567EB390-9C4D-4B7A-B7CE-EE18F96FBDC9}" dt="2026-01-29T12:11:20.529" v="4406"/>
        <pc:sldMkLst>
          <pc:docMk/>
          <pc:sldMk cId="3645429813" sldId="27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2C6FCE-D002-436D-8E55-A8FB05112A43}" type="datetimeFigureOut">
              <a:rPr lang="en-US" smtClean="0"/>
              <a:t>1/28/2026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A00FFE-A4AB-4A46-BAB8-90238CCA276E}" type="slidenum">
              <a:rPr lang="en-US" smtClean="0"/>
              <a:t>‹#›</a:t>
            </a:fld>
            <a:endParaRPr lang="en-US"/>
          </a:p>
        </p:txBody>
      </p:sp>
    </p:spTree>
    <p:extLst>
      <p:ext uri="{BB962C8B-B14F-4D97-AF65-F5344CB8AC3E}">
        <p14:creationId xmlns:p14="http://schemas.microsoft.com/office/powerpoint/2010/main" val="14564818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everybody. </a:t>
            </a:r>
            <a:br>
              <a:rPr lang="en-US" dirty="0"/>
            </a:br>
            <a:r>
              <a:rPr lang="en-US" dirty="0"/>
              <a:t>Our project is about integrating wavelet scattering into CNN architecture</a:t>
            </a:r>
          </a:p>
        </p:txBody>
      </p:sp>
      <p:sp>
        <p:nvSpPr>
          <p:cNvPr id="4" name="Slide Number Placeholder 3"/>
          <p:cNvSpPr>
            <a:spLocks noGrp="1"/>
          </p:cNvSpPr>
          <p:nvPr>
            <p:ph type="sldNum" sz="quarter" idx="5"/>
          </p:nvPr>
        </p:nvSpPr>
        <p:spPr/>
        <p:txBody>
          <a:bodyPr/>
          <a:lstStyle/>
          <a:p>
            <a:fld id="{0AA00FFE-A4AB-4A46-BAB8-90238CCA276E}" type="slidenum">
              <a:rPr lang="en-US" smtClean="0"/>
              <a:t>1</a:t>
            </a:fld>
            <a:endParaRPr lang="en-US"/>
          </a:p>
        </p:txBody>
      </p:sp>
    </p:spTree>
    <p:extLst>
      <p:ext uri="{BB962C8B-B14F-4D97-AF65-F5344CB8AC3E}">
        <p14:creationId xmlns:p14="http://schemas.microsoft.com/office/powerpoint/2010/main" val="15391924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we saw in class, at the end of training, the first layers of CNNs tend to get a shape resembling wavelets.</a:t>
            </a:r>
          </a:p>
          <a:p>
            <a:r>
              <a:rPr lang="en-US" dirty="0"/>
              <a:t>We wanted to examine if this property can be used to improve training on small data (like using prior)</a:t>
            </a:r>
          </a:p>
          <a:p>
            <a:r>
              <a:rPr lang="en-US" dirty="0"/>
              <a:t>In addition, we wanted to check if this integration can help CNN with texture bias. As scattering may leave CNN kernel to learn different features </a:t>
            </a:r>
          </a:p>
        </p:txBody>
      </p:sp>
      <p:sp>
        <p:nvSpPr>
          <p:cNvPr id="4" name="Slide Number Placeholder 3"/>
          <p:cNvSpPr>
            <a:spLocks noGrp="1"/>
          </p:cNvSpPr>
          <p:nvPr>
            <p:ph type="sldNum" sz="quarter" idx="5"/>
          </p:nvPr>
        </p:nvSpPr>
        <p:spPr/>
        <p:txBody>
          <a:bodyPr/>
          <a:lstStyle/>
          <a:p>
            <a:fld id="{0AA00FFE-A4AB-4A46-BAB8-90238CCA276E}" type="slidenum">
              <a:rPr lang="en-US" smtClean="0"/>
              <a:t>3</a:t>
            </a:fld>
            <a:endParaRPr lang="en-US"/>
          </a:p>
        </p:txBody>
      </p:sp>
    </p:spTree>
    <p:extLst>
      <p:ext uri="{BB962C8B-B14F-4D97-AF65-F5344CB8AC3E}">
        <p14:creationId xmlns:p14="http://schemas.microsoft.com/office/powerpoint/2010/main" val="30895833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Adjustable Scale (Dilations):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Wavelets can be stretched or squeezed to detect features of any size—from fine edges to large structural shapes.</a:t>
            </a:r>
          </a:p>
          <a:p>
            <a:r>
              <a:rPr lang="en-US" sz="1200" i="1" kern="1200" dirty="0">
                <a:solidFill>
                  <a:schemeClr val="tx1"/>
                </a:solidFill>
                <a:effectLst/>
                <a:latin typeface="+mn-lt"/>
                <a:ea typeface="+mn-ea"/>
                <a:cs typeface="+mn-cs"/>
              </a:rPr>
              <a:t>Connection to Scattering:</a:t>
            </a:r>
            <a:r>
              <a:rPr lang="en-US" sz="1200" kern="1200" dirty="0">
                <a:solidFill>
                  <a:schemeClr val="tx1"/>
                </a:solidFill>
                <a:effectLst/>
                <a:latin typeface="+mn-lt"/>
                <a:ea typeface="+mn-ea"/>
                <a:cs typeface="+mn-cs"/>
              </a:rPr>
              <a:t> This allows the network to separate signal components by frequency bands ($j$).</a:t>
            </a:r>
          </a:p>
          <a:p>
            <a:r>
              <a:rPr lang="en-US" sz="1200" b="1" kern="1200" dirty="0">
                <a:solidFill>
                  <a:schemeClr val="tx1"/>
                </a:solidFill>
                <a:effectLst/>
                <a:latin typeface="+mn-lt"/>
                <a:ea typeface="+mn-ea"/>
                <a:cs typeface="+mn-cs"/>
              </a:rPr>
              <a:t>Directional Sensitivity (Rotations):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Unlike standard pixels, image wavelets are parameterized by </a:t>
            </a:r>
            <a:r>
              <a:rPr lang="en-US" sz="1200" b="1" kern="1200" dirty="0">
                <a:solidFill>
                  <a:schemeClr val="tx1"/>
                </a:solidFill>
                <a:effectLst/>
                <a:latin typeface="+mn-lt"/>
                <a:ea typeface="+mn-ea"/>
                <a:cs typeface="+mn-cs"/>
              </a:rPr>
              <a:t>orientation</a:t>
            </a:r>
            <a:r>
              <a:rPr lang="en-US" sz="1200" kern="1200" dirty="0">
                <a:solidFill>
                  <a:schemeClr val="tx1"/>
                </a:solidFill>
                <a:effectLst/>
                <a:latin typeface="+mn-lt"/>
                <a:ea typeface="+mn-ea"/>
                <a:cs typeface="+mn-cs"/>
              </a:rPr>
              <a:t>. They can specifically detect vertical, horizontal, or diagonal edges.</a:t>
            </a:r>
          </a:p>
          <a:p>
            <a:r>
              <a:rPr lang="en-US" sz="1200" i="1" kern="1200" dirty="0">
                <a:solidFill>
                  <a:schemeClr val="tx1"/>
                </a:solidFill>
                <a:effectLst/>
                <a:latin typeface="+mn-lt"/>
                <a:ea typeface="+mn-ea"/>
                <a:cs typeface="+mn-cs"/>
              </a:rPr>
              <a:t>Connection to Scattering:</a:t>
            </a:r>
            <a:r>
              <a:rPr lang="en-US" sz="1200" kern="1200" dirty="0">
                <a:solidFill>
                  <a:schemeClr val="tx1"/>
                </a:solidFill>
                <a:effectLst/>
                <a:latin typeface="+mn-lt"/>
                <a:ea typeface="+mn-ea"/>
                <a:cs typeface="+mn-cs"/>
              </a:rPr>
              <a:t> Scattering networks average over these rotations to achieve rotational invariance.</a:t>
            </a:r>
          </a:p>
          <a:p>
            <a:r>
              <a:rPr lang="en-US" sz="1200" b="1" kern="1200" dirty="0">
                <a:solidFill>
                  <a:schemeClr val="tx1"/>
                </a:solidFill>
                <a:effectLst/>
                <a:latin typeface="+mn-lt"/>
                <a:ea typeface="+mn-ea"/>
                <a:cs typeface="+mn-cs"/>
              </a:rPr>
              <a:t>Versatile Design (e.g., Morlet):</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You can choose the wavelet shape that best fits your data (like </a:t>
            </a:r>
            <a:r>
              <a:rPr lang="en-US" sz="1200" b="1" kern="1200" dirty="0">
                <a:solidFill>
                  <a:schemeClr val="tx1"/>
                </a:solidFill>
                <a:effectLst/>
                <a:latin typeface="+mn-lt"/>
                <a:ea typeface="+mn-ea"/>
                <a:cs typeface="+mn-cs"/>
              </a:rPr>
              <a:t>Morlet</a:t>
            </a:r>
            <a:r>
              <a:rPr lang="en-US" sz="1200" kern="1200" dirty="0">
                <a:solidFill>
                  <a:schemeClr val="tx1"/>
                </a:solidFill>
                <a:effectLst/>
                <a:latin typeface="+mn-lt"/>
                <a:ea typeface="+mn-ea"/>
                <a:cs typeface="+mn-cs"/>
              </a:rPr>
              <a:t> or Mexican Hat).</a:t>
            </a:r>
          </a:p>
          <a:p>
            <a:r>
              <a:rPr lang="en-US" sz="1200" i="1" kern="1200" dirty="0">
                <a:solidFill>
                  <a:schemeClr val="tx1"/>
                </a:solidFill>
                <a:effectLst/>
                <a:latin typeface="+mn-lt"/>
                <a:ea typeface="+mn-ea"/>
                <a:cs typeface="+mn-cs"/>
              </a:rPr>
              <a:t>Connection to Scattering:</a:t>
            </a:r>
            <a:r>
              <a:rPr lang="en-US" sz="1200" kern="1200" dirty="0">
                <a:solidFill>
                  <a:schemeClr val="tx1"/>
                </a:solidFill>
                <a:effectLst/>
                <a:latin typeface="+mn-lt"/>
                <a:ea typeface="+mn-ea"/>
                <a:cs typeface="+mn-cs"/>
              </a:rPr>
              <a:t> Scattering typically uses </a:t>
            </a:r>
            <a:r>
              <a:rPr lang="en-US" sz="1200" b="1" kern="1200" dirty="0">
                <a:solidFill>
                  <a:schemeClr val="tx1"/>
                </a:solidFill>
                <a:effectLst/>
                <a:latin typeface="+mn-lt"/>
                <a:ea typeface="+mn-ea"/>
                <a:cs typeface="+mn-cs"/>
              </a:rPr>
              <a:t>Complex Morlet</a:t>
            </a:r>
            <a:r>
              <a:rPr lang="en-US" sz="1200" kern="1200" dirty="0">
                <a:solidFill>
                  <a:schemeClr val="tx1"/>
                </a:solidFill>
                <a:effectLst/>
                <a:latin typeface="+mn-lt"/>
                <a:ea typeface="+mn-ea"/>
                <a:cs typeface="+mn-cs"/>
              </a:rPr>
              <a:t> wavelets because their "magnitude" (modulus) provides a smooth, stable envelope of the signal.</a:t>
            </a:r>
          </a:p>
        </p:txBody>
      </p:sp>
      <p:sp>
        <p:nvSpPr>
          <p:cNvPr id="4" name="Slide Number Placeholder 3"/>
          <p:cNvSpPr>
            <a:spLocks noGrp="1"/>
          </p:cNvSpPr>
          <p:nvPr>
            <p:ph type="sldNum" sz="quarter" idx="5"/>
          </p:nvPr>
        </p:nvSpPr>
        <p:spPr/>
        <p:txBody>
          <a:bodyPr/>
          <a:lstStyle/>
          <a:p>
            <a:fld id="{0AA00FFE-A4AB-4A46-BAB8-90238CCA276E}" type="slidenum">
              <a:rPr lang="en-US" smtClean="0"/>
              <a:t>4</a:t>
            </a:fld>
            <a:endParaRPr lang="en-US"/>
          </a:p>
        </p:txBody>
      </p:sp>
    </p:spTree>
    <p:extLst>
      <p:ext uri="{BB962C8B-B14F-4D97-AF65-F5344CB8AC3E}">
        <p14:creationId xmlns:p14="http://schemas.microsoft.com/office/powerpoint/2010/main" val="17589265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Wavelet Scattering is a mathematical tool for processing signals and images.</a:t>
            </a:r>
          </a:p>
          <a:p>
            <a:r>
              <a:rPr lang="en-US" dirty="0"/>
              <a:t>Structurally, it </a:t>
            </a:r>
            <a:r>
              <a:rPr lang="en-US" b="0" dirty="0"/>
              <a:t>resembles</a:t>
            </a:r>
            <a:r>
              <a:rPr lang="en-US" dirty="0"/>
              <a:t> a CNN, using layers of convolution, and nonlinearity to extract features from signals.</a:t>
            </a:r>
          </a:p>
        </p:txBody>
      </p:sp>
      <p:sp>
        <p:nvSpPr>
          <p:cNvPr id="4" name="Slide Number Placeholder 3"/>
          <p:cNvSpPr>
            <a:spLocks noGrp="1"/>
          </p:cNvSpPr>
          <p:nvPr>
            <p:ph type="sldNum" sz="quarter" idx="5"/>
          </p:nvPr>
        </p:nvSpPr>
        <p:spPr/>
        <p:txBody>
          <a:bodyPr/>
          <a:lstStyle/>
          <a:p>
            <a:fld id="{0AA00FFE-A4AB-4A46-BAB8-90238CCA276E}" type="slidenum">
              <a:rPr lang="en-US" smtClean="0"/>
              <a:t>5</a:t>
            </a:fld>
            <a:endParaRPr lang="en-US"/>
          </a:p>
        </p:txBody>
      </p:sp>
    </p:spTree>
    <p:extLst>
      <p:ext uri="{BB962C8B-B14F-4D97-AF65-F5344CB8AC3E}">
        <p14:creationId xmlns:p14="http://schemas.microsoft.com/office/powerpoint/2010/main" val="23276945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selected ResNet18 for our baseline model. It is a 11M parameters CNN model with 17 convolutional layers with residual connections and 1 final fully connected layer.</a:t>
            </a:r>
          </a:p>
        </p:txBody>
      </p:sp>
      <p:sp>
        <p:nvSpPr>
          <p:cNvPr id="4" name="Slide Number Placeholder 3"/>
          <p:cNvSpPr>
            <a:spLocks noGrp="1"/>
          </p:cNvSpPr>
          <p:nvPr>
            <p:ph type="sldNum" sz="quarter" idx="5"/>
          </p:nvPr>
        </p:nvSpPr>
        <p:spPr/>
        <p:txBody>
          <a:bodyPr/>
          <a:lstStyle/>
          <a:p>
            <a:fld id="{0AA00FFE-A4AB-4A46-BAB8-90238CCA276E}" type="slidenum">
              <a:rPr lang="en-US" smtClean="0"/>
              <a:t>6</a:t>
            </a:fld>
            <a:endParaRPr lang="en-US"/>
          </a:p>
        </p:txBody>
      </p:sp>
    </p:spTree>
    <p:extLst>
      <p:ext uri="{BB962C8B-B14F-4D97-AF65-F5344CB8AC3E}">
        <p14:creationId xmlns:p14="http://schemas.microsoft.com/office/powerpoint/2010/main" val="27576327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For our dataset we use CIFAR-10. It is an image dataset that consists of 60K train and test 32x32 images and 10 distinct classes.</a:t>
            </a:r>
            <a:endParaRPr lang="en-US" dirty="0"/>
          </a:p>
        </p:txBody>
      </p:sp>
      <p:sp>
        <p:nvSpPr>
          <p:cNvPr id="4" name="Slide Number Placeholder 3"/>
          <p:cNvSpPr>
            <a:spLocks noGrp="1"/>
          </p:cNvSpPr>
          <p:nvPr>
            <p:ph type="sldNum" sz="quarter" idx="5"/>
          </p:nvPr>
        </p:nvSpPr>
        <p:spPr/>
        <p:txBody>
          <a:bodyPr/>
          <a:lstStyle/>
          <a:p>
            <a:fld id="{0AA00FFE-A4AB-4A46-BAB8-90238CCA276E}" type="slidenum">
              <a:rPr lang="en-US" smtClean="0"/>
              <a:t>7</a:t>
            </a:fld>
            <a:endParaRPr lang="en-US"/>
          </a:p>
        </p:txBody>
      </p:sp>
    </p:spTree>
    <p:extLst>
      <p:ext uri="{BB962C8B-B14F-4D97-AF65-F5344CB8AC3E}">
        <p14:creationId xmlns:p14="http://schemas.microsoft.com/office/powerpoint/2010/main" val="9530692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B0442-B9A0-0D13-3FB5-303C24AD63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B6851C-FE64-A319-EB02-10AC4669F1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BEA9F8-6F41-D686-59D7-A497EEC4B271}"/>
              </a:ext>
            </a:extLst>
          </p:cNvPr>
          <p:cNvSpPr>
            <a:spLocks noGrp="1"/>
          </p:cNvSpPr>
          <p:nvPr>
            <p:ph type="body" idx="1"/>
          </p:nvPr>
        </p:nvSpPr>
        <p:spPr/>
        <p:txBody>
          <a:bodyPr/>
          <a:lstStyle/>
          <a:p>
            <a:r>
              <a:rPr lang="en-US" b="1" dirty="0"/>
              <a:t>To integrate wavelet scattering to the baseline model, we proposed three variations of hybrid convolutional and wavelet scattering layers. </a:t>
            </a:r>
          </a:p>
          <a:p>
            <a:r>
              <a:rPr lang="en-US" b="1" dirty="0"/>
              <a:t>The first concatenates standard convolution features with fixed scattering transform coefficients.</a:t>
            </a:r>
          </a:p>
          <a:p>
            <a:r>
              <a:rPr lang="en-US" b="1" dirty="0"/>
              <a:t>The second one replaces the fixed scattering transform with a learnable, parametric one.</a:t>
            </a:r>
          </a:p>
          <a:p>
            <a:r>
              <a:rPr lang="en-US" b="1" dirty="0"/>
              <a:t>The last hybrid layer replaces channel wise concatenation with element-wise maximum.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a:extLst>
              <a:ext uri="{FF2B5EF4-FFF2-40B4-BE49-F238E27FC236}">
                <a16:creationId xmlns:a16="http://schemas.microsoft.com/office/drawing/2014/main" id="{E62E1F56-9FA7-C0E1-DD39-902D4695BDEE}"/>
              </a:ext>
            </a:extLst>
          </p:cNvPr>
          <p:cNvSpPr>
            <a:spLocks noGrp="1"/>
          </p:cNvSpPr>
          <p:nvPr>
            <p:ph type="sldNum" sz="quarter" idx="5"/>
          </p:nvPr>
        </p:nvSpPr>
        <p:spPr/>
        <p:txBody>
          <a:bodyPr/>
          <a:lstStyle/>
          <a:p>
            <a:fld id="{0AA00FFE-A4AB-4A46-BAB8-90238CCA276E}" type="slidenum">
              <a:rPr lang="en-US" smtClean="0"/>
              <a:t>8</a:t>
            </a:fld>
            <a:endParaRPr lang="en-US"/>
          </a:p>
        </p:txBody>
      </p:sp>
    </p:spTree>
    <p:extLst>
      <p:ext uri="{BB962C8B-B14F-4D97-AF65-F5344CB8AC3E}">
        <p14:creationId xmlns:p14="http://schemas.microsoft.com/office/powerpoint/2010/main" val="8840481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 our first experiment we replaced only the first convolutional layer in the baseline model with the hybrid layers, and evaluated the models test accuracy over the number of training samples.</a:t>
            </a:r>
          </a:p>
        </p:txBody>
      </p:sp>
      <p:sp>
        <p:nvSpPr>
          <p:cNvPr id="4" name="Slide Number Placeholder 3"/>
          <p:cNvSpPr>
            <a:spLocks noGrp="1"/>
          </p:cNvSpPr>
          <p:nvPr>
            <p:ph type="sldNum" sz="quarter" idx="5"/>
          </p:nvPr>
        </p:nvSpPr>
        <p:spPr/>
        <p:txBody>
          <a:bodyPr/>
          <a:lstStyle/>
          <a:p>
            <a:fld id="{0AA00FFE-A4AB-4A46-BAB8-90238CCA276E}" type="slidenum">
              <a:rPr lang="en-US" smtClean="0"/>
              <a:t>9</a:t>
            </a:fld>
            <a:endParaRPr lang="en-US"/>
          </a:p>
        </p:txBody>
      </p:sp>
    </p:spTree>
    <p:extLst>
      <p:ext uri="{BB962C8B-B14F-4D97-AF65-F5344CB8AC3E}">
        <p14:creationId xmlns:p14="http://schemas.microsoft.com/office/powerpoint/2010/main" val="2741888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results. As you can see, in the lower data regime the hybrid layers improve the test accuracy significantly. But at some point, around 400 samples per class, the baseline model catches up and performs slightly better than the hybrid model. </a:t>
            </a:r>
            <a:br>
              <a:rPr lang="en-US" dirty="0"/>
            </a:br>
            <a:endParaRPr lang="en-US" dirty="0"/>
          </a:p>
        </p:txBody>
      </p:sp>
      <p:sp>
        <p:nvSpPr>
          <p:cNvPr id="4" name="Slide Number Placeholder 3"/>
          <p:cNvSpPr>
            <a:spLocks noGrp="1"/>
          </p:cNvSpPr>
          <p:nvPr>
            <p:ph type="sldNum" sz="quarter" idx="5"/>
          </p:nvPr>
        </p:nvSpPr>
        <p:spPr/>
        <p:txBody>
          <a:bodyPr/>
          <a:lstStyle/>
          <a:p>
            <a:fld id="{0AA00FFE-A4AB-4A46-BAB8-90238CCA276E}" type="slidenum">
              <a:rPr lang="en-US" smtClean="0"/>
              <a:t>10</a:t>
            </a:fld>
            <a:endParaRPr lang="en-US"/>
          </a:p>
        </p:txBody>
      </p:sp>
    </p:spTree>
    <p:extLst>
      <p:ext uri="{BB962C8B-B14F-4D97-AF65-F5344CB8AC3E}">
        <p14:creationId xmlns:p14="http://schemas.microsoft.com/office/powerpoint/2010/main" val="10311323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explain this, we plot the training set size (the black dashed line), against the model’s parameter count (the purple horizontal dashed line). To the left of their intersection, the model has more parameters than data points. This allows the model to simply memorize the training data, leading to overfitting. Our hybrid models perform better in this region which suggests that the scattering layers act as an architectural </a:t>
            </a:r>
            <a:r>
              <a:rPr lang="en-US" dirty="0" err="1"/>
              <a:t>regularizer</a:t>
            </a:r>
            <a:r>
              <a:rPr lang="en-US" dirty="0"/>
              <a:t> – preventing the model from overfitting when data is scarce.</a:t>
            </a:r>
          </a:p>
        </p:txBody>
      </p:sp>
      <p:sp>
        <p:nvSpPr>
          <p:cNvPr id="4" name="Slide Number Placeholder 3"/>
          <p:cNvSpPr>
            <a:spLocks noGrp="1"/>
          </p:cNvSpPr>
          <p:nvPr>
            <p:ph type="sldNum" sz="quarter" idx="5"/>
          </p:nvPr>
        </p:nvSpPr>
        <p:spPr/>
        <p:txBody>
          <a:bodyPr/>
          <a:lstStyle/>
          <a:p>
            <a:fld id="{0AA00FFE-A4AB-4A46-BAB8-90238CCA276E}" type="slidenum">
              <a:rPr lang="en-US" smtClean="0"/>
              <a:t>11</a:t>
            </a:fld>
            <a:endParaRPr lang="en-US"/>
          </a:p>
        </p:txBody>
      </p:sp>
    </p:spTree>
    <p:extLst>
      <p:ext uri="{BB962C8B-B14F-4D97-AF65-F5344CB8AC3E}">
        <p14:creationId xmlns:p14="http://schemas.microsoft.com/office/powerpoint/2010/main" val="32045563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Next we experimented with replacing the first layers of the baseline model cumulatively</a:t>
            </a:r>
            <a:r>
              <a:rPr lang="en-US" b="1" dirty="0"/>
              <a:t>, and evaluated the models as before.</a:t>
            </a:r>
            <a:endParaRPr lang="en-US" dirty="0"/>
          </a:p>
        </p:txBody>
      </p:sp>
      <p:sp>
        <p:nvSpPr>
          <p:cNvPr id="4" name="Slide Number Placeholder 3"/>
          <p:cNvSpPr>
            <a:spLocks noGrp="1"/>
          </p:cNvSpPr>
          <p:nvPr>
            <p:ph type="sldNum" sz="quarter" idx="5"/>
          </p:nvPr>
        </p:nvSpPr>
        <p:spPr/>
        <p:txBody>
          <a:bodyPr/>
          <a:lstStyle/>
          <a:p>
            <a:fld id="{0AA00FFE-A4AB-4A46-BAB8-90238CCA276E}" type="slidenum">
              <a:rPr lang="en-US" smtClean="0"/>
              <a:t>12</a:t>
            </a:fld>
            <a:endParaRPr lang="en-US"/>
          </a:p>
        </p:txBody>
      </p:sp>
    </p:spTree>
    <p:extLst>
      <p:ext uri="{BB962C8B-B14F-4D97-AF65-F5344CB8AC3E}">
        <p14:creationId xmlns:p14="http://schemas.microsoft.com/office/powerpoint/2010/main" val="25947995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Once again, we evaluated the models test accuracy over the number of training samples. </a:t>
            </a:r>
            <a:endParaRPr lang="en-US" dirty="0"/>
          </a:p>
          <a:p>
            <a:r>
              <a:rPr lang="en-US" dirty="0"/>
              <a:t>"</a:t>
            </a:r>
            <a:r>
              <a:rPr lang="en-US" b="1" dirty="0"/>
              <a:t>In this graph,</a:t>
            </a:r>
            <a:r>
              <a:rPr lang="en-US" dirty="0"/>
              <a:t> the </a:t>
            </a:r>
            <a:r>
              <a:rPr lang="en-US" b="1" dirty="0"/>
              <a:t>Gray</a:t>
            </a:r>
            <a:r>
              <a:rPr lang="en-US" dirty="0"/>
              <a:t> dashed line is the Baseline. The </a:t>
            </a:r>
            <a:r>
              <a:rPr lang="en-US" b="1" dirty="0"/>
              <a:t>Green</a:t>
            </a:r>
            <a:r>
              <a:rPr lang="en-US" dirty="0"/>
              <a:t> line represents replacing just the first layer. The </a:t>
            </a:r>
            <a:r>
              <a:rPr lang="en-US" b="1" dirty="0"/>
              <a:t>Blue</a:t>
            </a:r>
            <a:r>
              <a:rPr lang="en-US" dirty="0"/>
              <a:t> line is Layers 1-through-3. And the </a:t>
            </a:r>
            <a:r>
              <a:rPr lang="en-US" b="1" dirty="0"/>
              <a:t>Red</a:t>
            </a:r>
            <a:r>
              <a:rPr lang="en-US" dirty="0"/>
              <a:t> line is Layers 1-through-5.“</a:t>
            </a:r>
            <a:br>
              <a:rPr lang="en-US" dirty="0"/>
            </a:br>
            <a:r>
              <a:rPr lang="en-US" b="1" dirty="0"/>
              <a:t>As you can see,</a:t>
            </a:r>
            <a:r>
              <a:rPr lang="en-US" dirty="0"/>
              <a:t> replacing Layers 1-through-3 consistently performs slightly better than just Layer 1. However, going deeper to Layer 5 (the Red line) does not yield further improvements in the low-data regime, but was slightly better at 1,000 samples.</a:t>
            </a:r>
          </a:p>
          <a:p>
            <a:endParaRPr lang="en-US" dirty="0"/>
          </a:p>
          <a:p>
            <a:endParaRPr lang="en-US" dirty="0"/>
          </a:p>
          <a:p>
            <a:endParaRPr lang="en-US" b="1" dirty="0"/>
          </a:p>
          <a:p>
            <a:r>
              <a:rPr lang="en-US" b="1" dirty="0"/>
              <a:t>Again, we evaluated the models test accuracy over the number of training samples. </a:t>
            </a:r>
            <a:r>
              <a:rPr lang="en-US" dirty="0"/>
              <a:t>In green we see the test accuracy for replacing only the first layer, in blue layers 1-3 and in red layers 1-5, in gray we see the baseline model test accuracy. The effect here is pretty mild. We can see that replacing layers 1-3 is slightly better than replacing only the first layer, and replacing layers 1-5 performed worse on the lowest data regime, and very slightly better on the 1000 samples per class test.</a:t>
            </a:r>
          </a:p>
        </p:txBody>
      </p:sp>
      <p:sp>
        <p:nvSpPr>
          <p:cNvPr id="4" name="Slide Number Placeholder 3"/>
          <p:cNvSpPr>
            <a:spLocks noGrp="1"/>
          </p:cNvSpPr>
          <p:nvPr>
            <p:ph type="sldNum" sz="quarter" idx="5"/>
          </p:nvPr>
        </p:nvSpPr>
        <p:spPr/>
        <p:txBody>
          <a:bodyPr/>
          <a:lstStyle/>
          <a:p>
            <a:fld id="{0AA00FFE-A4AB-4A46-BAB8-90238CCA276E}" type="slidenum">
              <a:rPr lang="en-US" smtClean="0"/>
              <a:t>13</a:t>
            </a:fld>
            <a:endParaRPr lang="en-US"/>
          </a:p>
        </p:txBody>
      </p:sp>
    </p:spTree>
    <p:extLst>
      <p:ext uri="{BB962C8B-B14F-4D97-AF65-F5344CB8AC3E}">
        <p14:creationId xmlns:p14="http://schemas.microsoft.com/office/powerpoint/2010/main" val="6791854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check robustness to texture and positional changes of our models, we augmented our test set with 6 different augmentations.</a:t>
            </a:r>
          </a:p>
          <a:p>
            <a:r>
              <a:rPr lang="en-US" dirty="0"/>
              <a:t>Each pair will examine robustness in:</a:t>
            </a:r>
          </a:p>
          <a:p>
            <a:pPr marL="228600" indent="-228600">
              <a:buAutoNum type="arabicPeriod"/>
            </a:pPr>
            <a:r>
              <a:rPr lang="en-US" dirty="0"/>
              <a:t>Positional changes</a:t>
            </a:r>
          </a:p>
          <a:p>
            <a:pPr marL="228600" indent="-228600">
              <a:buAutoNum type="arabicPeriod"/>
            </a:pPr>
            <a:r>
              <a:rPr lang="en-US" dirty="0"/>
              <a:t>Color changes</a:t>
            </a:r>
          </a:p>
          <a:p>
            <a:pPr marL="228600" indent="-228600">
              <a:buAutoNum type="arabicPeriod"/>
            </a:pPr>
            <a:r>
              <a:rPr lang="en-US" dirty="0"/>
              <a:t>Blur</a:t>
            </a:r>
          </a:p>
          <a:p>
            <a:endParaRPr lang="en-US" dirty="0"/>
          </a:p>
          <a:p>
            <a:r>
              <a:rPr lang="en-US" dirty="0"/>
              <a:t>Models were trained with the following augmentations:</a:t>
            </a:r>
          </a:p>
          <a:p>
            <a:pPr marL="228600" indent="-228600">
              <a:buAutoNum type="arabicPeriod"/>
            </a:pPr>
            <a:r>
              <a:rPr lang="en-US" dirty="0"/>
              <a:t>Horizontal flip</a:t>
            </a:r>
          </a:p>
          <a:p>
            <a:pPr marL="228600" indent="-228600">
              <a:buAutoNum type="arabicPeriod"/>
            </a:pPr>
            <a:r>
              <a:rPr lang="en-US" dirty="0"/>
              <a:t>Color jitter</a:t>
            </a:r>
          </a:p>
          <a:p>
            <a:pPr marL="228600" indent="-228600">
              <a:buAutoNum type="arabicPeriod"/>
            </a:pPr>
            <a:r>
              <a:rPr lang="en-US" dirty="0"/>
              <a:t>Resize crop</a:t>
            </a:r>
          </a:p>
        </p:txBody>
      </p:sp>
      <p:sp>
        <p:nvSpPr>
          <p:cNvPr id="4" name="Slide Number Placeholder 3"/>
          <p:cNvSpPr>
            <a:spLocks noGrp="1"/>
          </p:cNvSpPr>
          <p:nvPr>
            <p:ph type="sldNum" sz="quarter" idx="5"/>
          </p:nvPr>
        </p:nvSpPr>
        <p:spPr/>
        <p:txBody>
          <a:bodyPr/>
          <a:lstStyle/>
          <a:p>
            <a:fld id="{0AA00FFE-A4AB-4A46-BAB8-90238CCA276E}" type="slidenum">
              <a:rPr lang="en-US" smtClean="0"/>
              <a:t>14</a:t>
            </a:fld>
            <a:endParaRPr lang="en-US"/>
          </a:p>
        </p:txBody>
      </p:sp>
    </p:spTree>
    <p:extLst>
      <p:ext uri="{BB962C8B-B14F-4D97-AF65-F5344CB8AC3E}">
        <p14:creationId xmlns:p14="http://schemas.microsoft.com/office/powerpoint/2010/main" val="1004324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these graphs, we can see how well each model performed as a function of data size.</a:t>
            </a:r>
          </a:p>
          <a:p>
            <a:pPr marL="228600" indent="-228600">
              <a:buAutoNum type="arabicPeriod"/>
            </a:pPr>
            <a:r>
              <a:rPr lang="en-US" dirty="0"/>
              <a:t>Resnet (baseline) in blue</a:t>
            </a:r>
          </a:p>
          <a:p>
            <a:pPr marL="228600" indent="-228600">
              <a:buAutoNum type="arabicPeriod"/>
            </a:pPr>
            <a:r>
              <a:rPr lang="en-US" dirty="0"/>
              <a:t>Parametric scattering in yellow</a:t>
            </a:r>
          </a:p>
          <a:p>
            <a:pPr marL="228600" indent="-228600">
              <a:buAutoNum type="arabicPeriod"/>
            </a:pPr>
            <a:r>
              <a:rPr lang="en-US" dirty="0"/>
              <a:t>2 variations of learnable scattering in green and red</a:t>
            </a:r>
          </a:p>
        </p:txBody>
      </p:sp>
      <p:sp>
        <p:nvSpPr>
          <p:cNvPr id="4" name="Slide Number Placeholder 3"/>
          <p:cNvSpPr>
            <a:spLocks noGrp="1"/>
          </p:cNvSpPr>
          <p:nvPr>
            <p:ph type="sldNum" sz="quarter" idx="5"/>
          </p:nvPr>
        </p:nvSpPr>
        <p:spPr/>
        <p:txBody>
          <a:bodyPr/>
          <a:lstStyle/>
          <a:p>
            <a:fld id="{0AA00FFE-A4AB-4A46-BAB8-90238CCA276E}" type="slidenum">
              <a:rPr lang="en-US" smtClean="0"/>
              <a:t>15</a:t>
            </a:fld>
            <a:endParaRPr lang="en-US"/>
          </a:p>
        </p:txBody>
      </p:sp>
    </p:spTree>
    <p:extLst>
      <p:ext uri="{BB962C8B-B14F-4D97-AF65-F5344CB8AC3E}">
        <p14:creationId xmlns:p14="http://schemas.microsoft.com/office/powerpoint/2010/main" val="30966293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can see the accuracy drop for each model under different augmentations.</a:t>
            </a:r>
          </a:p>
          <a:p>
            <a:r>
              <a:rPr lang="en-US" dirty="0"/>
              <a:t>The results show a trade-off: After full training, </a:t>
            </a:r>
            <a:r>
              <a:rPr lang="en-US" b="1" dirty="0"/>
              <a:t>parametric scattering</a:t>
            </a:r>
            <a:r>
              <a:rPr lang="en-US" dirty="0"/>
              <a:t> performs worse than </a:t>
            </a:r>
            <a:r>
              <a:rPr lang="en-US" dirty="0" err="1"/>
              <a:t>ResNet</a:t>
            </a:r>
            <a:r>
              <a:rPr lang="en-US" dirty="0"/>
              <a:t> on Gaussian noise, but better on blurring.</a:t>
            </a:r>
          </a:p>
          <a:p>
            <a:r>
              <a:rPr lang="en-US" dirty="0"/>
              <a:t>We believe this is because scattering kernels activate strongly on </a:t>
            </a:r>
            <a:r>
              <a:rPr lang="en-US" b="1" dirty="0"/>
              <a:t>high frequencies</a:t>
            </a:r>
            <a:r>
              <a:rPr lang="en-US" dirty="0"/>
              <a:t>.</a:t>
            </a:r>
          </a:p>
          <a:p>
            <a:r>
              <a:rPr lang="en-US" dirty="0"/>
              <a:t>Noise, adds high frequencies, resulting in </a:t>
            </a:r>
            <a:r>
              <a:rPr lang="en-US" b="1" dirty="0"/>
              <a:t>high</a:t>
            </a:r>
            <a:r>
              <a:rPr lang="en-US" dirty="0"/>
              <a:t> scattering activation which confuses the network and reduces accuracy.</a:t>
            </a:r>
          </a:p>
          <a:p>
            <a:r>
              <a:rPr lang="en-US" dirty="0"/>
              <a:t>Conversely, blurring acts as a </a:t>
            </a:r>
            <a:r>
              <a:rPr lang="en-US" b="1" dirty="0"/>
              <a:t>low-pass filter</a:t>
            </a:r>
            <a:r>
              <a:rPr lang="en-US" dirty="0"/>
              <a:t>, resulting in </a:t>
            </a:r>
            <a:r>
              <a:rPr lang="en-US" b="1" dirty="0"/>
              <a:t>low</a:t>
            </a:r>
            <a:r>
              <a:rPr lang="en-US" dirty="0"/>
              <a:t> scattering activation, which allows the CNN kernels to become dominant and classify correctly.</a:t>
            </a:r>
          </a:p>
          <a:p>
            <a:r>
              <a:rPr lang="en-US" dirty="0"/>
              <a:t>This supports our theory that scattering handles </a:t>
            </a:r>
            <a:r>
              <a:rPr lang="en-US" b="1" dirty="0"/>
              <a:t>texture detection</a:t>
            </a:r>
            <a:r>
              <a:rPr lang="en-US" b="0" dirty="0"/>
              <a:t>. F</a:t>
            </a:r>
            <a:r>
              <a:rPr lang="en-US" dirty="0"/>
              <a:t>reeing the CNN to learn other features.</a:t>
            </a:r>
          </a:p>
        </p:txBody>
      </p:sp>
      <p:sp>
        <p:nvSpPr>
          <p:cNvPr id="4" name="Slide Number Placeholder 3"/>
          <p:cNvSpPr>
            <a:spLocks noGrp="1"/>
          </p:cNvSpPr>
          <p:nvPr>
            <p:ph type="sldNum" sz="quarter" idx="5"/>
          </p:nvPr>
        </p:nvSpPr>
        <p:spPr/>
        <p:txBody>
          <a:bodyPr/>
          <a:lstStyle/>
          <a:p>
            <a:fld id="{0AA00FFE-A4AB-4A46-BAB8-90238CCA276E}" type="slidenum">
              <a:rPr lang="en-US" smtClean="0"/>
              <a:t>16</a:t>
            </a:fld>
            <a:endParaRPr lang="en-US"/>
          </a:p>
        </p:txBody>
      </p:sp>
    </p:spTree>
    <p:extLst>
      <p:ext uri="{BB962C8B-B14F-4D97-AF65-F5344CB8AC3E}">
        <p14:creationId xmlns:p14="http://schemas.microsoft.com/office/powerpoint/2010/main" val="17507876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2373"/>
            <a:ext cx="12192000" cy="6867027"/>
            <a:chOff x="0" y="-2373"/>
            <a:chExt cx="12192000" cy="6867027"/>
          </a:xfrm>
        </p:grpSpPr>
        <p:sp>
          <p:nvSpPr>
            <p:cNvPr id="8" name="Rectangle 7"/>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10"/>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Oval 11"/>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Oval 12"/>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rot="5400000">
            <a:off x="10089390" y="1792223"/>
            <a:ext cx="990599" cy="304799"/>
          </a:xfrm>
        </p:spPr>
        <p:txBody>
          <a:bodyPr anchor="t"/>
          <a:lstStyle>
            <a:lvl1pPr algn="l">
              <a:defRPr b="0" i="0">
                <a:solidFill>
                  <a:schemeClr val="bg1"/>
                </a:solidFill>
              </a:defRPr>
            </a:lvl1pPr>
          </a:lstStyle>
          <a:p>
            <a:fld id="{28BFC830-6E14-483E-88F0-DC4B9462840F}" type="datetimeFigureOut">
              <a:rPr lang="en-US" smtClean="0"/>
              <a:t>1/28/2026</a:t>
            </a:fld>
            <a:endParaRPr lang="en-US"/>
          </a:p>
        </p:txBody>
      </p:sp>
      <p:sp>
        <p:nvSpPr>
          <p:cNvPr id="5" name="Footer Placeholder 4"/>
          <p:cNvSpPr>
            <a:spLocks noGrp="1"/>
          </p:cNvSpPr>
          <p:nvPr>
            <p:ph type="ftr" sz="quarter" idx="11"/>
          </p:nvPr>
        </p:nvSpPr>
        <p:spPr>
          <a:xfrm rot="5400000">
            <a:off x="8959592" y="3226820"/>
            <a:ext cx="3859795" cy="304801"/>
          </a:xfrm>
        </p:spPr>
        <p:txBody>
          <a:bodyPr/>
          <a:lstStyle>
            <a:lvl1pPr>
              <a:defRPr b="0" i="0">
                <a:solidFill>
                  <a:schemeClr val="bg1"/>
                </a:solidFill>
              </a:defRPr>
            </a:lvl1pPr>
          </a:lstStyle>
          <a:p>
            <a:endParaRPr lang="en-US"/>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037B73F9-6A56-4B74-BD80-7793E6FD08A4}" type="slidenum">
              <a:rPr lang="en-US" smtClean="0"/>
              <a:t>‹#›</a:t>
            </a:fld>
            <a:endParaRPr lang="en-US"/>
          </a:p>
        </p:txBody>
      </p:sp>
    </p:spTree>
    <p:extLst>
      <p:ext uri="{BB962C8B-B14F-4D97-AF65-F5344CB8AC3E}">
        <p14:creationId xmlns:p14="http://schemas.microsoft.com/office/powerpoint/2010/main" val="39592551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BFC830-6E14-483E-88F0-DC4B9462840F}"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7B73F9-6A56-4B74-BD80-7793E6FD08A4}" type="slidenum">
              <a:rPr lang="en-US" smtClean="0"/>
              <a:t>‹#›</a:t>
            </a:fld>
            <a:endParaRPr lang="en-US"/>
          </a:p>
        </p:txBody>
      </p:sp>
    </p:spTree>
    <p:extLst>
      <p:ext uri="{BB962C8B-B14F-4D97-AF65-F5344CB8AC3E}">
        <p14:creationId xmlns:p14="http://schemas.microsoft.com/office/powerpoint/2010/main" val="807529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3" name="Group 12"/>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5"/>
            <a:ext cx="4351023"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8" y="2677644"/>
            <a:ext cx="3755379" cy="228382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8BFC830-6E14-483E-88F0-DC4B9462840F}"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37B73F9-6A56-4B74-BD80-7793E6FD08A4}" type="slidenum">
              <a:rPr lang="en-US" smtClean="0"/>
              <a:t>‹#›</a:t>
            </a:fld>
            <a:endParaRPr lang="en-US"/>
          </a:p>
        </p:txBody>
      </p:sp>
    </p:spTree>
    <p:extLst>
      <p:ext uri="{BB962C8B-B14F-4D97-AF65-F5344CB8AC3E}">
        <p14:creationId xmlns:p14="http://schemas.microsoft.com/office/powerpoint/2010/main" val="17384211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8BFC830-6E14-483E-88F0-DC4B9462840F}"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7B73F9-6A56-4B74-BD80-7793E6FD08A4}" type="slidenum">
              <a:rPr lang="en-US" smtClean="0"/>
              <a:t>‹#›</a:t>
            </a:fld>
            <a:endParaRPr lang="en-US"/>
          </a:p>
        </p:txBody>
      </p:sp>
    </p:spTree>
    <p:extLst>
      <p:ext uri="{BB962C8B-B14F-4D97-AF65-F5344CB8AC3E}">
        <p14:creationId xmlns:p14="http://schemas.microsoft.com/office/powerpoint/2010/main" val="1753186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8BFC830-6E14-483E-88F0-DC4B9462840F}" type="datetimeFigureOut">
              <a:rPr lang="en-US" smtClean="0"/>
              <a:t>1/28/2026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37B73F9-6A56-4B74-BD80-7793E6FD08A4}" type="slidenum">
              <a:rPr lang="en-US" smtClean="0"/>
              <a:t>‹#›</a:t>
            </a:fld>
            <a:endParaRPr lang="en-US"/>
          </a:p>
        </p:txBody>
      </p:sp>
    </p:spTree>
    <p:extLst>
      <p:ext uri="{BB962C8B-B14F-4D97-AF65-F5344CB8AC3E}">
        <p14:creationId xmlns:p14="http://schemas.microsoft.com/office/powerpoint/2010/main" val="289393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8BFC830-6E14-483E-88F0-DC4B9462840F}" type="datetimeFigureOut">
              <a:rPr lang="en-US" smtClean="0"/>
              <a:t>1/28/2026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37B73F9-6A56-4B74-BD80-7793E6FD08A4}" type="slidenum">
              <a:rPr lang="en-US" smtClean="0"/>
              <a:t>‹#›</a:t>
            </a:fld>
            <a:endParaRPr lang="en-US"/>
          </a:p>
        </p:txBody>
      </p:sp>
    </p:spTree>
    <p:extLst>
      <p:ext uri="{BB962C8B-B14F-4D97-AF65-F5344CB8AC3E}">
        <p14:creationId xmlns:p14="http://schemas.microsoft.com/office/powerpoint/2010/main" val="34115826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BFC830-6E14-483E-88F0-DC4B9462840F}" type="datetimeFigureOut">
              <a:rPr lang="en-US" smtClean="0"/>
              <a:t>1/28/2026</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037B73F9-6A56-4B74-BD80-7793E6FD08A4}" type="slidenum">
              <a:rPr lang="en-US" smtClean="0"/>
              <a:t>‹#›</a:t>
            </a:fld>
            <a:endParaRPr lang="en-US"/>
          </a:p>
        </p:txBody>
      </p:sp>
    </p:spTree>
    <p:extLst>
      <p:ext uri="{BB962C8B-B14F-4D97-AF65-F5344CB8AC3E}">
        <p14:creationId xmlns:p14="http://schemas.microsoft.com/office/powerpoint/2010/main" val="9564076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4" name="Group 13"/>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9"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5" y="2895600"/>
            <a:ext cx="2793158" cy="312927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BFC830-6E14-483E-88F0-DC4B9462840F}"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37B73F9-6A56-4B74-BD80-7793E6FD08A4}" type="slidenum">
              <a:rPr lang="en-US" smtClean="0"/>
              <a:t>‹#›</a:t>
            </a:fld>
            <a:endParaRPr lang="en-US"/>
          </a:p>
        </p:txBody>
      </p:sp>
    </p:spTree>
    <p:extLst>
      <p:ext uri="{BB962C8B-B14F-4D97-AF65-F5344CB8AC3E}">
        <p14:creationId xmlns:p14="http://schemas.microsoft.com/office/powerpoint/2010/main" val="1267683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BFC830-6E14-483E-88F0-DC4B9462840F}"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37B73F9-6A56-4B74-BD80-7793E6FD08A4}" type="slidenum">
              <a:rPr lang="en-US" smtClean="0"/>
              <a:t>‹#›</a:t>
            </a:fld>
            <a:endParaRPr lang="en-US"/>
          </a:p>
        </p:txBody>
      </p:sp>
    </p:spTree>
    <p:extLst>
      <p:ext uri="{BB962C8B-B14F-4D97-AF65-F5344CB8AC3E}">
        <p14:creationId xmlns:p14="http://schemas.microsoft.com/office/powerpoint/2010/main" val="20752530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6" y="5536665"/>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BFC830-6E14-483E-88F0-DC4B9462840F}"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37B73F9-6A56-4B74-BD80-7793E6FD08A4}" type="slidenum">
              <a:rPr lang="en-US" smtClean="0"/>
              <a:t>‹#›</a:t>
            </a:fld>
            <a:endParaRPr lang="en-US"/>
          </a:p>
        </p:txBody>
      </p:sp>
    </p:spTree>
    <p:extLst>
      <p:ext uri="{BB962C8B-B14F-4D97-AF65-F5344CB8AC3E}">
        <p14:creationId xmlns:p14="http://schemas.microsoft.com/office/powerpoint/2010/main" val="27131786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2" name="Group 11"/>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8BFC830-6E14-483E-88F0-DC4B9462840F}"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37B73F9-6A56-4B74-BD80-7793E6FD08A4}" type="slidenum">
              <a:rPr lang="en-US" smtClean="0"/>
              <a:t>‹#›</a:t>
            </a:fld>
            <a:endParaRPr lang="en-US"/>
          </a:p>
        </p:txBody>
      </p:sp>
    </p:spTree>
    <p:extLst>
      <p:ext uri="{BB962C8B-B14F-4D97-AF65-F5344CB8AC3E}">
        <p14:creationId xmlns:p14="http://schemas.microsoft.com/office/powerpoint/2010/main" val="17031970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0" y="-2373"/>
            <a:ext cx="12192000" cy="6867027"/>
            <a:chOff x="0" y="-2373"/>
            <a:chExt cx="12192000" cy="6867027"/>
          </a:xfrm>
        </p:grpSpPr>
        <p:sp>
          <p:nvSpPr>
            <p:cNvPr id="15" name="Rectangle 14"/>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3" name="TextBox 12"/>
          <p:cNvSpPr txBox="1"/>
          <p:nvPr/>
        </p:nvSpPr>
        <p:spPr>
          <a:xfrm>
            <a:off x="9719438" y="2631815"/>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9" name="TextBox 8"/>
          <p:cNvSpPr txBox="1"/>
          <p:nvPr/>
        </p:nvSpPr>
        <p:spPr>
          <a:xfrm>
            <a:off x="898295" y="591093"/>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2" name="Title 1"/>
          <p:cNvSpPr>
            <a:spLocks noGrp="1"/>
          </p:cNvSpPr>
          <p:nvPr>
            <p:ph type="title"/>
          </p:nvPr>
        </p:nvSpPr>
        <p:spPr>
          <a:xfrm>
            <a:off x="1581878" y="980517"/>
            <a:ext cx="8453906" cy="2698249"/>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8BFC830-6E14-483E-88F0-DC4B9462840F}"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32" name="Rectangle 3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37B73F9-6A56-4B74-BD80-7793E6FD08A4}" type="slidenum">
              <a:rPr lang="en-US" smtClean="0"/>
              <a:t>‹#›</a:t>
            </a:fld>
            <a:endParaRPr lang="en-US"/>
          </a:p>
        </p:txBody>
      </p:sp>
    </p:spTree>
    <p:extLst>
      <p:ext uri="{BB962C8B-B14F-4D97-AF65-F5344CB8AC3E}">
        <p14:creationId xmlns:p14="http://schemas.microsoft.com/office/powerpoint/2010/main" val="33981058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8" name="Group 17"/>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33068"/>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8BFC830-6E14-483E-88F0-DC4B9462840F}"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37B73F9-6A56-4B74-BD80-7793E6FD08A4}" type="slidenum">
              <a:rPr lang="en-US" smtClean="0"/>
              <a:t>‹#›</a:t>
            </a:fld>
            <a:endParaRPr lang="en-US"/>
          </a:p>
        </p:txBody>
      </p:sp>
    </p:spTree>
    <p:extLst>
      <p:ext uri="{BB962C8B-B14F-4D97-AF65-F5344CB8AC3E}">
        <p14:creationId xmlns:p14="http://schemas.microsoft.com/office/powerpoint/2010/main" val="38052280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172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4" y="3193561"/>
            <a:ext cx="3129168" cy="28334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2"/>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93561"/>
            <a:ext cx="3145380" cy="28334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6700" y="2617299"/>
            <a:ext cx="3161029"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6700" y="3193561"/>
            <a:ext cx="3164719" cy="28334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8BFC830-6E14-483E-88F0-DC4B9462840F}" type="datetimeFigureOut">
              <a:rPr lang="en-US" smtClean="0"/>
              <a:t>1/28/2026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37B73F9-6A56-4B74-BD80-7793E6FD08A4}" type="slidenum">
              <a:rPr lang="en-US" smtClean="0"/>
              <a:t>‹#›</a:t>
            </a:fld>
            <a:endParaRPr lang="en-US"/>
          </a:p>
        </p:txBody>
      </p:sp>
    </p:spTree>
    <p:extLst>
      <p:ext uri="{BB962C8B-B14F-4D97-AF65-F5344CB8AC3E}">
        <p14:creationId xmlns:p14="http://schemas.microsoft.com/office/powerpoint/2010/main" val="16975630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2" y="4532845"/>
            <a:ext cx="30504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3" y="5109107"/>
            <a:ext cx="3050437"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72537" y="4532846"/>
            <a:ext cx="3046766" cy="65115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68865" y="5184002"/>
            <a:ext cx="3050438" cy="84305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3434" y="4532847"/>
            <a:ext cx="3050438" cy="651154"/>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3434" y="5184001"/>
            <a:ext cx="3050437" cy="84305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8BFC830-6E14-483E-88F0-DC4B9462840F}" type="datetimeFigureOut">
              <a:rPr lang="en-US" smtClean="0"/>
              <a:t>1/28/2026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37B73F9-6A56-4B74-BD80-7793E6FD08A4}" type="slidenum">
              <a:rPr lang="en-US" smtClean="0"/>
              <a:t>‹#›</a:t>
            </a:fld>
            <a:endParaRPr lang="en-US"/>
          </a:p>
        </p:txBody>
      </p:sp>
    </p:spTree>
    <p:extLst>
      <p:ext uri="{BB962C8B-B14F-4D97-AF65-F5344CB8AC3E}">
        <p14:creationId xmlns:p14="http://schemas.microsoft.com/office/powerpoint/2010/main" val="31553468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3" y="973668"/>
            <a:ext cx="8825660"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BFC830-6E14-483E-88F0-DC4B9462840F}"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7B73F9-6A56-4B74-BD80-7793E6FD08A4}" type="slidenum">
              <a:rPr lang="en-US" smtClean="0"/>
              <a:t>‹#›</a:t>
            </a:fld>
            <a:endParaRPr lang="en-US"/>
          </a:p>
        </p:txBody>
      </p:sp>
    </p:spTree>
    <p:extLst>
      <p:ext uri="{BB962C8B-B14F-4D97-AF65-F5344CB8AC3E}">
        <p14:creationId xmlns:p14="http://schemas.microsoft.com/office/powerpoint/2010/main" val="22303126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8"/>
            <a:ext cx="1413933" cy="4748589"/>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8"/>
            <a:ext cx="6247546"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BFC830-6E14-483E-88F0-DC4B9462840F}"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37B73F9-6A56-4B74-BD80-7793E6FD08A4}" type="slidenum">
              <a:rPr lang="en-US" smtClean="0"/>
              <a:t>‹#›</a:t>
            </a:fld>
            <a:endParaRPr lang="en-US"/>
          </a:p>
        </p:txBody>
      </p:sp>
    </p:spTree>
    <p:extLst>
      <p:ext uri="{BB962C8B-B14F-4D97-AF65-F5344CB8AC3E}">
        <p14:creationId xmlns:p14="http://schemas.microsoft.com/office/powerpoint/2010/main" val="474121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Group 8"/>
          <p:cNvGrpSpPr/>
          <p:nvPr/>
        </p:nvGrpSpPr>
        <p:grpSpPr>
          <a:xfrm>
            <a:off x="0" y="-2373"/>
            <a:ext cx="12192000" cy="6867027"/>
            <a:chOff x="0" y="-2373"/>
            <a:chExt cx="12192000" cy="6867027"/>
          </a:xfrm>
        </p:grpSpPr>
        <p:sp>
          <p:nvSpPr>
            <p:cNvPr id="26" name="Rectangle 25"/>
            <p:cNvSpPr/>
            <p:nvPr/>
          </p:nvSpPr>
          <p:spPr>
            <a:xfrm>
              <a:off x="0" y="0"/>
              <a:ext cx="12192000"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20"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2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Placeholder 1"/>
          <p:cNvSpPr>
            <a:spLocks noGrp="1"/>
          </p:cNvSpPr>
          <p:nvPr>
            <p:ph type="title"/>
          </p:nvPr>
        </p:nvSpPr>
        <p:spPr bwMode="gray">
          <a:xfrm>
            <a:off x="1154953"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5" y="2603500"/>
            <a:ext cx="8761412"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0938" y="6394061"/>
            <a:ext cx="990599" cy="304799"/>
          </a:xfrm>
          <a:prstGeom prst="rect">
            <a:avLst/>
          </a:prstGeom>
        </p:spPr>
        <p:txBody>
          <a:bodyPr vert="horz" lIns="91440" tIns="45720" rIns="91440" bIns="45720" rtlCol="0" anchor="t"/>
          <a:lstStyle>
            <a:lvl1pPr algn="r">
              <a:defRPr sz="1000" b="1" i="0">
                <a:solidFill>
                  <a:schemeClr val="accent1"/>
                </a:solidFill>
              </a:defRPr>
            </a:lvl1pPr>
          </a:lstStyle>
          <a:p>
            <a:fld id="{28BFC830-6E14-483E-88F0-DC4B9462840F}" type="datetimeFigureOut">
              <a:rPr lang="en-US" smtClean="0"/>
              <a:t>1/28/2026</a:t>
            </a:fld>
            <a:endParaRPr lang="en-US"/>
          </a:p>
        </p:txBody>
      </p:sp>
      <p:sp>
        <p:nvSpPr>
          <p:cNvPr id="5" name="Footer Placeholder 4"/>
          <p:cNvSpPr>
            <a:spLocks noGrp="1"/>
          </p:cNvSpPr>
          <p:nvPr>
            <p:ph type="ftr" sz="quarter" idx="3"/>
          </p:nvPr>
        </p:nvSpPr>
        <p:spPr>
          <a:xfrm>
            <a:off x="528358" y="6391838"/>
            <a:ext cx="3859795" cy="304801"/>
          </a:xfrm>
          <a:prstGeom prst="rect">
            <a:avLst/>
          </a:prstGeom>
        </p:spPr>
        <p:txBody>
          <a:bodyPr vert="horz" lIns="91440" tIns="45720" rIns="91440" bIns="45720" rtlCol="0" anchor="b"/>
          <a:lstStyle>
            <a:lvl1pPr algn="l">
              <a:defRPr sz="1000" b="1" i="0">
                <a:solidFill>
                  <a:schemeClr val="accent1"/>
                </a:solidFill>
                <a:latin typeface="+mn-lt"/>
              </a:defRPr>
            </a:lvl1pPr>
          </a:lstStyle>
          <a:p>
            <a:endParaRPr lang="en-US"/>
          </a:p>
        </p:txBody>
      </p:sp>
      <p:sp>
        <p:nvSpPr>
          <p:cNvPr id="22" name="Rectangle 2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037B73F9-6A56-4B74-BD80-7793E6FD08A4}" type="slidenum">
              <a:rPr lang="en-US" smtClean="0"/>
              <a:t>‹#›</a:t>
            </a:fld>
            <a:endParaRPr lang="en-US"/>
          </a:p>
        </p:txBody>
      </p:sp>
    </p:spTree>
    <p:extLst>
      <p:ext uri="{BB962C8B-B14F-4D97-AF65-F5344CB8AC3E}">
        <p14:creationId xmlns:p14="http://schemas.microsoft.com/office/powerpoint/2010/main" val="1028236070"/>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 id="2147483785"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2.png"/><Relationship Id="rId5" Type="http://schemas.openxmlformats.org/officeDocument/2006/relationships/image" Target="../media/image7.png"/><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2.png"/><Relationship Id="rId5" Type="http://schemas.openxmlformats.org/officeDocument/2006/relationships/image" Target="../media/image8.png"/><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image" Target="../media/image2.png"/><Relationship Id="rId5" Type="http://schemas.openxmlformats.org/officeDocument/2006/relationships/image" Target="../media/image9.png"/><Relationship Id="rId4"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image" Target="../media/image2.png"/><Relationship Id="rId5" Type="http://schemas.openxmlformats.org/officeDocument/2006/relationships/image" Target="../media/image10.png"/><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4a"/><Relationship Id="rId1" Type="http://schemas.microsoft.com/office/2007/relationships/media" Target="../media/media10.m4a"/><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4a"/><Relationship Id="rId1" Type="http://schemas.microsoft.com/office/2007/relationships/media" Target="../media/media11.m4a"/><Relationship Id="rId6" Type="http://schemas.openxmlformats.org/officeDocument/2006/relationships/image" Target="../media/image2.png"/><Relationship Id="rId5" Type="http://schemas.openxmlformats.org/officeDocument/2006/relationships/image" Target="../media/image11.png"/><Relationship Id="rId4"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2.m4a"/><Relationship Id="rId1" Type="http://schemas.microsoft.com/office/2007/relationships/media" Target="../media/media12.m4a"/><Relationship Id="rId6" Type="http://schemas.openxmlformats.org/officeDocument/2006/relationships/image" Target="../media/image2.png"/><Relationship Id="rId5" Type="http://schemas.openxmlformats.org/officeDocument/2006/relationships/image" Target="../media/image12.png"/><Relationship Id="rId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3.m4a"/><Relationship Id="rId1" Type="http://schemas.microsoft.com/office/2007/relationships/media" Target="../media/media13.m4a"/><Relationship Id="rId6" Type="http://schemas.openxmlformats.org/officeDocument/2006/relationships/image" Target="../media/image2.png"/><Relationship Id="rId5" Type="http://schemas.openxmlformats.org/officeDocument/2006/relationships/image" Target="../media/image13.png"/><Relationship Id="rId4"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3" Type="http://schemas.openxmlformats.org/officeDocument/2006/relationships/audio" Target="../media/media14.m4a"/><Relationship Id="rId7" Type="http://schemas.openxmlformats.org/officeDocument/2006/relationships/image" Target="../media/image2.png"/><Relationship Id="rId2" Type="http://schemas.microsoft.com/office/2007/relationships/media" Target="../media/media14.m4a"/><Relationship Id="rId1" Type="http://schemas.openxmlformats.org/officeDocument/2006/relationships/tags" Target="../tags/tag1.xml"/><Relationship Id="rId6" Type="http://schemas.openxmlformats.org/officeDocument/2006/relationships/image" Target="../media/image14.png"/><Relationship Id="rId5" Type="http://schemas.openxmlformats.org/officeDocument/2006/relationships/notesSlide" Target="../notesSlides/notesSlide15.xml"/><Relationship Id="rId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5.m4a"/><Relationship Id="rId1" Type="http://schemas.microsoft.com/office/2007/relationships/media" Target="../media/media15.m4a"/><Relationship Id="rId5" Type="http://schemas.openxmlformats.org/officeDocument/2006/relationships/image" Target="../media/image2.png"/><Relationship Id="rId4"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FD060-1F70-91D5-40FB-F08DCA1C454E}"/>
              </a:ext>
            </a:extLst>
          </p:cNvPr>
          <p:cNvSpPr>
            <a:spLocks noGrp="1"/>
          </p:cNvSpPr>
          <p:nvPr>
            <p:ph type="ctrTitle"/>
          </p:nvPr>
        </p:nvSpPr>
        <p:spPr>
          <a:xfrm>
            <a:off x="1683171" y="1056863"/>
            <a:ext cx="8825658" cy="2677648"/>
          </a:xfrm>
        </p:spPr>
        <p:txBody>
          <a:bodyPr/>
          <a:lstStyle/>
          <a:p>
            <a:pPr algn="ctr"/>
            <a:r>
              <a:rPr lang="en-US" dirty="0"/>
              <a:t>Integrating Wavelet Scattering into CNN</a:t>
            </a:r>
          </a:p>
        </p:txBody>
      </p:sp>
      <p:sp>
        <p:nvSpPr>
          <p:cNvPr id="3" name="Subtitle 2">
            <a:extLst>
              <a:ext uri="{FF2B5EF4-FFF2-40B4-BE49-F238E27FC236}">
                <a16:creationId xmlns:a16="http://schemas.microsoft.com/office/drawing/2014/main" id="{FEEE7B36-57C3-71CC-F559-494D19C0C067}"/>
              </a:ext>
            </a:extLst>
          </p:cNvPr>
          <p:cNvSpPr>
            <a:spLocks noGrp="1"/>
          </p:cNvSpPr>
          <p:nvPr>
            <p:ph type="subTitle" idx="1"/>
          </p:nvPr>
        </p:nvSpPr>
        <p:spPr>
          <a:xfrm>
            <a:off x="3482520" y="4778720"/>
            <a:ext cx="1784728" cy="861420"/>
          </a:xfrm>
        </p:spPr>
        <p:txBody>
          <a:bodyPr/>
          <a:lstStyle/>
          <a:p>
            <a:r>
              <a:rPr lang="en-US" dirty="0"/>
              <a:t>Gilad </a:t>
            </a:r>
            <a:r>
              <a:rPr lang="en-US" dirty="0" err="1"/>
              <a:t>Navok</a:t>
            </a:r>
            <a:endParaRPr lang="en-US" dirty="0"/>
          </a:p>
        </p:txBody>
      </p:sp>
      <p:sp>
        <p:nvSpPr>
          <p:cNvPr id="4" name="Subtitle 2">
            <a:extLst>
              <a:ext uri="{FF2B5EF4-FFF2-40B4-BE49-F238E27FC236}">
                <a16:creationId xmlns:a16="http://schemas.microsoft.com/office/drawing/2014/main" id="{5039BA16-7046-2D33-45C3-8487B656937B}"/>
              </a:ext>
            </a:extLst>
          </p:cNvPr>
          <p:cNvSpPr txBox="1">
            <a:spLocks/>
          </p:cNvSpPr>
          <p:nvPr/>
        </p:nvSpPr>
        <p:spPr>
          <a:xfrm>
            <a:off x="6924753" y="4777380"/>
            <a:ext cx="1784728" cy="861420"/>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1800" b="0" i="0" kern="1200" cap="all">
                <a:solidFill>
                  <a:schemeClr val="accent1"/>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b="0" i="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9pPr>
          </a:lstStyle>
          <a:p>
            <a:r>
              <a:rPr lang="en-US" dirty="0"/>
              <a:t>Barak Telem</a:t>
            </a:r>
          </a:p>
        </p:txBody>
      </p:sp>
      <p:pic>
        <p:nvPicPr>
          <p:cNvPr id="66" name="Audio 65">
            <a:hlinkClick r:id="" action="ppaction://media"/>
            <a:extLst>
              <a:ext uri="{FF2B5EF4-FFF2-40B4-BE49-F238E27FC236}">
                <a16:creationId xmlns:a16="http://schemas.microsoft.com/office/drawing/2014/main" id="{90D4C6EC-341C-32E3-326C-AF5EF302F0BE}"/>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161075" t="-161075" r="-161075" b="-1610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89434305"/>
      </p:ext>
    </p:extLst>
  </p:cSld>
  <p:clrMapOvr>
    <a:masterClrMapping/>
  </p:clrMapOvr>
  <mc:AlternateContent xmlns:mc="http://schemas.openxmlformats.org/markup-compatibility/2006" xmlns:p14="http://schemas.microsoft.com/office/powerpoint/2010/main">
    <mc:Choice Requires="p14">
      <p:transition spd="slow" p14:dur="2000" advTm="6863"/>
    </mc:Choice>
    <mc:Fallback xmlns="">
      <p:transition spd="slow" advTm="686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6"/>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AD250-5FD0-40E5-D6AA-DDA4027E0AB9}"/>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067B766B-F3EB-1E49-6CDF-7F5C3AF37658}"/>
              </a:ext>
            </a:extLst>
          </p:cNvPr>
          <p:cNvSpPr>
            <a:spLocks noGrp="1"/>
          </p:cNvSpPr>
          <p:nvPr>
            <p:ph idx="1"/>
          </p:nvPr>
        </p:nvSpPr>
        <p:spPr/>
        <p:txBody>
          <a:bodyPr/>
          <a:lstStyle/>
          <a:p>
            <a:r>
              <a:rPr lang="en-US" dirty="0"/>
              <a:t>Introduction</a:t>
            </a:r>
          </a:p>
          <a:p>
            <a:r>
              <a:rPr lang="en-US" dirty="0"/>
              <a:t>Motivation</a:t>
            </a:r>
          </a:p>
          <a:p>
            <a:r>
              <a:rPr lang="en-US" dirty="0"/>
              <a:t>Background</a:t>
            </a:r>
          </a:p>
          <a:p>
            <a:r>
              <a:rPr lang="en-US" dirty="0"/>
              <a:t>Baseline</a:t>
            </a:r>
          </a:p>
          <a:p>
            <a:r>
              <a:rPr lang="en-US" dirty="0"/>
              <a:t>Our Models</a:t>
            </a:r>
          </a:p>
          <a:p>
            <a:r>
              <a:rPr lang="en-US" dirty="0"/>
              <a:t>Results</a:t>
            </a:r>
          </a:p>
          <a:p>
            <a:r>
              <a:rPr lang="en-US" dirty="0"/>
              <a:t>Future work (?)</a:t>
            </a:r>
          </a:p>
          <a:p>
            <a:endParaRPr lang="en-US" dirty="0"/>
          </a:p>
          <a:p>
            <a:endParaRPr lang="en-US" dirty="0"/>
          </a:p>
        </p:txBody>
      </p:sp>
    </p:spTree>
    <p:extLst>
      <p:ext uri="{BB962C8B-B14F-4D97-AF65-F5344CB8AC3E}">
        <p14:creationId xmlns:p14="http://schemas.microsoft.com/office/powerpoint/2010/main" val="28340752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55C84-F40E-96EE-5928-52B66E9C7A6C}"/>
              </a:ext>
            </a:extLst>
          </p:cNvPr>
          <p:cNvSpPr>
            <a:spLocks noGrp="1"/>
          </p:cNvSpPr>
          <p:nvPr>
            <p:ph type="title"/>
          </p:nvPr>
        </p:nvSpPr>
        <p:spPr>
          <a:xfrm>
            <a:off x="1154953" y="973668"/>
            <a:ext cx="8761413" cy="706964"/>
          </a:xfrm>
        </p:spPr>
        <p:txBody>
          <a:bodyPr>
            <a:normAutofit/>
          </a:bodyPr>
          <a:lstStyle/>
          <a:p>
            <a:r>
              <a:rPr lang="en-US" dirty="0"/>
              <a:t>Motivation</a:t>
            </a:r>
          </a:p>
        </p:txBody>
      </p:sp>
      <p:sp>
        <p:nvSpPr>
          <p:cNvPr id="3" name="Content Placeholder 2">
            <a:extLst>
              <a:ext uri="{FF2B5EF4-FFF2-40B4-BE49-F238E27FC236}">
                <a16:creationId xmlns:a16="http://schemas.microsoft.com/office/drawing/2014/main" id="{71F0F90E-B4B1-B685-B88E-61449F652595}"/>
              </a:ext>
            </a:extLst>
          </p:cNvPr>
          <p:cNvSpPr>
            <a:spLocks noGrp="1"/>
          </p:cNvSpPr>
          <p:nvPr>
            <p:ph idx="1"/>
          </p:nvPr>
        </p:nvSpPr>
        <p:spPr>
          <a:xfrm>
            <a:off x="1154954" y="2603500"/>
            <a:ext cx="3757111" cy="3416300"/>
          </a:xfrm>
        </p:spPr>
        <p:txBody>
          <a:bodyPr anchor="ctr">
            <a:normAutofit/>
          </a:bodyPr>
          <a:lstStyle/>
          <a:p>
            <a:r>
              <a:rPr lang="en-US" sz="1600" dirty="0"/>
              <a:t>CNNs kernels resembles wavelets</a:t>
            </a:r>
          </a:p>
          <a:p>
            <a:r>
              <a:rPr lang="en-US" sz="1600" dirty="0"/>
              <a:t>Small data training (prior)</a:t>
            </a:r>
          </a:p>
          <a:p>
            <a:r>
              <a:rPr lang="en-US" sz="1600" dirty="0"/>
              <a:t>Helping CNNs texture bias</a:t>
            </a:r>
          </a:p>
        </p:txBody>
      </p:sp>
      <p:pic>
        <p:nvPicPr>
          <p:cNvPr id="3074" name="Picture 2">
            <a:extLst>
              <a:ext uri="{FF2B5EF4-FFF2-40B4-BE49-F238E27FC236}">
                <a16:creationId xmlns:a16="http://schemas.microsoft.com/office/drawing/2014/main" id="{D9171E65-FECC-40BF-A88E-87B98007EBFE}"/>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4984956" y="3016184"/>
            <a:ext cx="6158802" cy="2586696"/>
          </a:xfrm>
          <a:prstGeom prst="roundRect">
            <a:avLst>
              <a:gd name="adj" fmla="val 1858"/>
            </a:avLst>
          </a:prstGeom>
          <a:noFill/>
          <a:effectLst>
            <a:outerShdw blurRad="50800" dist="50800" dir="54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53" name="Audio 52">
            <a:hlinkClick r:id="" action="ppaction://media"/>
            <a:extLst>
              <a:ext uri="{FF2B5EF4-FFF2-40B4-BE49-F238E27FC236}">
                <a16:creationId xmlns:a16="http://schemas.microsoft.com/office/drawing/2014/main" id="{53DD617A-032D-33BB-EF48-7E12451750D1}"/>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61075" t="-161075" r="-161075" b="-1610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186808268"/>
      </p:ext>
    </p:extLst>
  </p:cSld>
  <p:clrMapOvr>
    <a:masterClrMapping/>
  </p:clrMapOvr>
  <mc:AlternateContent xmlns:mc="http://schemas.openxmlformats.org/markup-compatibility/2006" xmlns:p14="http://schemas.microsoft.com/office/powerpoint/2010/main">
    <mc:Choice Requires="p14">
      <p:transition spd="slow" p14:dur="2000" advTm="22855"/>
    </mc:Choice>
    <mc:Fallback xmlns="">
      <p:transition spd="slow" advTm="2285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3"/>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8165E-0C5B-301F-4E0B-8EE763135294}"/>
              </a:ext>
            </a:extLst>
          </p:cNvPr>
          <p:cNvSpPr>
            <a:spLocks noGrp="1"/>
          </p:cNvSpPr>
          <p:nvPr>
            <p:ph type="title"/>
          </p:nvPr>
        </p:nvSpPr>
        <p:spPr>
          <a:xfrm>
            <a:off x="1154953" y="973668"/>
            <a:ext cx="8761413" cy="706964"/>
          </a:xfrm>
        </p:spPr>
        <p:txBody>
          <a:bodyPr>
            <a:normAutofit/>
          </a:bodyPr>
          <a:lstStyle/>
          <a:p>
            <a:pPr rtl="1"/>
            <a:r>
              <a:rPr lang="en-US"/>
              <a:t>Background - Wavelets</a:t>
            </a:r>
          </a:p>
        </p:txBody>
      </p:sp>
      <p:sp>
        <p:nvSpPr>
          <p:cNvPr id="3" name="Content Placeholder 2">
            <a:extLst>
              <a:ext uri="{FF2B5EF4-FFF2-40B4-BE49-F238E27FC236}">
                <a16:creationId xmlns:a16="http://schemas.microsoft.com/office/drawing/2014/main" id="{E8767174-3013-FE19-007D-048D988C66CF}"/>
              </a:ext>
            </a:extLst>
          </p:cNvPr>
          <p:cNvSpPr>
            <a:spLocks noGrp="1"/>
          </p:cNvSpPr>
          <p:nvPr>
            <p:ph idx="1"/>
          </p:nvPr>
        </p:nvSpPr>
        <p:spPr>
          <a:xfrm>
            <a:off x="1154954" y="2603500"/>
            <a:ext cx="6397313" cy="3416300"/>
          </a:xfrm>
        </p:spPr>
        <p:txBody>
          <a:bodyPr anchor="ctr">
            <a:normAutofit/>
          </a:bodyPr>
          <a:lstStyle/>
          <a:p>
            <a:r>
              <a:rPr lang="en-US" dirty="0"/>
              <a:t>Adjustable Scale</a:t>
            </a:r>
          </a:p>
          <a:p>
            <a:r>
              <a:rPr lang="en-US" dirty="0"/>
              <a:t>Directional Sensitivity</a:t>
            </a:r>
          </a:p>
          <a:p>
            <a:r>
              <a:rPr lang="en-US" dirty="0"/>
              <a:t>Versatile Design</a:t>
            </a:r>
          </a:p>
        </p:txBody>
      </p:sp>
      <p:pic>
        <p:nvPicPr>
          <p:cNvPr id="7" name="Picture 6">
            <a:extLst>
              <a:ext uri="{FF2B5EF4-FFF2-40B4-BE49-F238E27FC236}">
                <a16:creationId xmlns:a16="http://schemas.microsoft.com/office/drawing/2014/main" id="{F1B8FCB5-78FB-0D10-9FEE-E1AA8BE715C9}"/>
              </a:ext>
            </a:extLst>
          </p:cNvPr>
          <p:cNvPicPr>
            <a:picLocks noChangeAspect="1"/>
          </p:cNvPicPr>
          <p:nvPr/>
        </p:nvPicPr>
        <p:blipFill>
          <a:blip r:embed="rId3"/>
          <a:stretch>
            <a:fillRect/>
          </a:stretch>
        </p:blipFill>
        <p:spPr>
          <a:xfrm>
            <a:off x="7907448" y="2435885"/>
            <a:ext cx="3208355" cy="4100136"/>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32471785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AE8B7-3097-B190-11C1-E5B0BBDE4405}"/>
              </a:ext>
            </a:extLst>
          </p:cNvPr>
          <p:cNvSpPr>
            <a:spLocks noGrp="1"/>
          </p:cNvSpPr>
          <p:nvPr>
            <p:ph type="title"/>
          </p:nvPr>
        </p:nvSpPr>
        <p:spPr>
          <a:xfrm>
            <a:off x="1154953" y="973668"/>
            <a:ext cx="8761413" cy="706964"/>
          </a:xfrm>
        </p:spPr>
        <p:txBody>
          <a:bodyPr>
            <a:normAutofit/>
          </a:bodyPr>
          <a:lstStyle/>
          <a:p>
            <a:pPr>
              <a:lnSpc>
                <a:spcPct val="90000"/>
              </a:lnSpc>
            </a:pPr>
            <a:r>
              <a:rPr lang="en-US" sz="2800" dirty="0"/>
              <a:t>Wavelet Scattering Transform (WST)</a:t>
            </a:r>
          </a:p>
        </p:txBody>
      </p:sp>
      <p:sp>
        <p:nvSpPr>
          <p:cNvPr id="3" name="Content Placeholder 2">
            <a:extLst>
              <a:ext uri="{FF2B5EF4-FFF2-40B4-BE49-F238E27FC236}">
                <a16:creationId xmlns:a16="http://schemas.microsoft.com/office/drawing/2014/main" id="{0DE9AA84-5D7C-5466-3982-B71B1C19F86B}"/>
              </a:ext>
            </a:extLst>
          </p:cNvPr>
          <p:cNvSpPr>
            <a:spLocks noGrp="1"/>
          </p:cNvSpPr>
          <p:nvPr>
            <p:ph idx="1"/>
          </p:nvPr>
        </p:nvSpPr>
        <p:spPr>
          <a:xfrm>
            <a:off x="649903" y="2601381"/>
            <a:ext cx="4708027" cy="3416300"/>
          </a:xfrm>
        </p:spPr>
        <p:txBody>
          <a:bodyPr anchor="ctr">
            <a:normAutofit/>
          </a:bodyPr>
          <a:lstStyle/>
          <a:p>
            <a:r>
              <a:rPr lang="en-US" sz="1600" dirty="0"/>
              <a:t>Used for signal and image processing.</a:t>
            </a:r>
          </a:p>
          <a:p>
            <a:r>
              <a:rPr lang="en-US" sz="1600" dirty="0"/>
              <a:t>Applies convolution, nonlinearity and layer cascade on signals.</a:t>
            </a:r>
            <a:endParaRPr lang="en-US" dirty="0"/>
          </a:p>
        </p:txBody>
      </p:sp>
      <p:pic>
        <p:nvPicPr>
          <p:cNvPr id="2050" name="Picture 2" descr="image">
            <a:extLst>
              <a:ext uri="{FF2B5EF4-FFF2-40B4-BE49-F238E27FC236}">
                <a16:creationId xmlns:a16="http://schemas.microsoft.com/office/drawing/2014/main" id="{8DC36367-3357-F5AB-2450-591E7C03D99A}"/>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5906117" y="2775949"/>
            <a:ext cx="5404692" cy="3067163"/>
          </a:xfrm>
          <a:prstGeom prst="roundRect">
            <a:avLst>
              <a:gd name="adj" fmla="val 1858"/>
            </a:avLst>
          </a:prstGeom>
          <a:noFill/>
          <a:effectLst>
            <a:outerShdw blurRad="50800" dist="50800" dir="54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2070" name="Audio 2069">
            <a:hlinkClick r:id="" action="ppaction://media"/>
            <a:extLst>
              <a:ext uri="{FF2B5EF4-FFF2-40B4-BE49-F238E27FC236}">
                <a16:creationId xmlns:a16="http://schemas.microsoft.com/office/drawing/2014/main" id="{DE6C94AB-E516-888D-7973-A3322D8AF3E7}"/>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61075" t="-161075" r="-161075" b="-1610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36178761"/>
      </p:ext>
    </p:extLst>
  </p:cSld>
  <p:clrMapOvr>
    <a:masterClrMapping/>
  </p:clrMapOvr>
  <mc:AlternateContent xmlns:mc="http://schemas.openxmlformats.org/markup-compatibility/2006" xmlns:p14="http://schemas.microsoft.com/office/powerpoint/2010/main">
    <mc:Choice Requires="p14">
      <p:transition spd="slow" p14:dur="2000" advTm="12953"/>
    </mc:Choice>
    <mc:Fallback xmlns="">
      <p:transition spd="slow" advTm="1295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07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070"/>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77429-ABC0-21F5-5DE3-AD07DDC623BB}"/>
              </a:ext>
            </a:extLst>
          </p:cNvPr>
          <p:cNvSpPr>
            <a:spLocks noGrp="1"/>
          </p:cNvSpPr>
          <p:nvPr>
            <p:ph type="title"/>
          </p:nvPr>
        </p:nvSpPr>
        <p:spPr>
          <a:xfrm>
            <a:off x="1154953" y="973668"/>
            <a:ext cx="8761413" cy="706964"/>
          </a:xfrm>
        </p:spPr>
        <p:txBody>
          <a:bodyPr>
            <a:normAutofit/>
          </a:bodyPr>
          <a:lstStyle/>
          <a:p>
            <a:r>
              <a:rPr lang="en-US" dirty="0"/>
              <a:t>Baseline Model: ResNet18</a:t>
            </a:r>
          </a:p>
        </p:txBody>
      </p:sp>
      <p:pic>
        <p:nvPicPr>
          <p:cNvPr id="1026" name="Picture 2" descr="Original ResNet-18 Architecture | Download Scientific Diagram">
            <a:extLst>
              <a:ext uri="{FF2B5EF4-FFF2-40B4-BE49-F238E27FC236}">
                <a16:creationId xmlns:a16="http://schemas.microsoft.com/office/drawing/2014/main" id="{1DE3220F-0A44-1A2B-92DA-258C861D44D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33775" y="2833687"/>
            <a:ext cx="8096250" cy="2181225"/>
          </a:xfrm>
          <a:prstGeom prst="rect">
            <a:avLst/>
          </a:prstGeom>
          <a:noFill/>
          <a:extLst>
            <a:ext uri="{909E8E84-426E-40DD-AFC4-6F175D3DCCD1}">
              <a14:hiddenFill xmlns:a14="http://schemas.microsoft.com/office/drawing/2010/main">
                <a:solidFill>
                  <a:srgbClr val="FFFFFF"/>
                </a:solidFill>
              </a14:hiddenFill>
            </a:ext>
          </a:extLst>
        </p:spPr>
      </p:pic>
      <p:sp>
        <p:nvSpPr>
          <p:cNvPr id="15" name="Content Placeholder 14">
            <a:extLst>
              <a:ext uri="{FF2B5EF4-FFF2-40B4-BE49-F238E27FC236}">
                <a16:creationId xmlns:a16="http://schemas.microsoft.com/office/drawing/2014/main" id="{5813A720-0771-70A6-E9B3-197EC319C825}"/>
              </a:ext>
            </a:extLst>
          </p:cNvPr>
          <p:cNvSpPr>
            <a:spLocks noGrp="1"/>
          </p:cNvSpPr>
          <p:nvPr>
            <p:ph idx="1"/>
          </p:nvPr>
        </p:nvSpPr>
        <p:spPr/>
        <p:txBody>
          <a:bodyPr/>
          <a:lstStyle/>
          <a:p>
            <a:r>
              <a:rPr lang="en-US" dirty="0"/>
              <a:t>A CNN model.</a:t>
            </a:r>
          </a:p>
          <a:p>
            <a:r>
              <a:rPr lang="en-US" dirty="0"/>
              <a:t>11M parameters.</a:t>
            </a:r>
          </a:p>
          <a:p>
            <a:r>
              <a:rPr lang="en-US" dirty="0"/>
              <a:t>17 conv layers</a:t>
            </a:r>
            <a:br>
              <a:rPr lang="en-US" dirty="0"/>
            </a:br>
            <a:r>
              <a:rPr lang="en-US" dirty="0"/>
              <a:t>with residual</a:t>
            </a:r>
            <a:br>
              <a:rPr lang="en-US" dirty="0"/>
            </a:br>
            <a:r>
              <a:rPr lang="en-US" dirty="0"/>
              <a:t>connections</a:t>
            </a:r>
            <a:br>
              <a:rPr lang="en-US" dirty="0"/>
            </a:br>
            <a:r>
              <a:rPr lang="en-US" dirty="0"/>
              <a:t>and 1 final</a:t>
            </a:r>
            <a:br>
              <a:rPr lang="en-US" dirty="0"/>
            </a:br>
            <a:r>
              <a:rPr lang="en-US" dirty="0"/>
              <a:t>FC layer.</a:t>
            </a:r>
          </a:p>
          <a:p>
            <a:pPr marL="0" indent="0">
              <a:buNone/>
            </a:pPr>
            <a:endParaRPr lang="en-US" dirty="0"/>
          </a:p>
          <a:p>
            <a:endParaRPr lang="en-US" dirty="0"/>
          </a:p>
        </p:txBody>
      </p:sp>
      <p:pic>
        <p:nvPicPr>
          <p:cNvPr id="1045" name="Audio 1044">
            <a:hlinkClick r:id="" action="ppaction://media"/>
            <a:extLst>
              <a:ext uri="{FF2B5EF4-FFF2-40B4-BE49-F238E27FC236}">
                <a16:creationId xmlns:a16="http://schemas.microsoft.com/office/drawing/2014/main" id="{B2206366-1FAB-54D6-859D-00CB0421C9A3}"/>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87500" t="-287500" r="-287500" b="-28750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47062492"/>
      </p:ext>
    </p:extLst>
  </p:cSld>
  <p:clrMapOvr>
    <a:masterClrMapping/>
  </p:clrMapOvr>
  <mc:AlternateContent xmlns:mc="http://schemas.openxmlformats.org/markup-compatibility/2006" xmlns:p14="http://schemas.microsoft.com/office/powerpoint/2010/main">
    <mc:Choice Requires="p14">
      <p:transition spd="slow" p14:dur="2000" advTm="14035"/>
    </mc:Choice>
    <mc:Fallback xmlns="">
      <p:transition spd="slow" advTm="1403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4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45"/>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82DBE-26A6-95C3-0A7E-39D6EA2CC8AC}"/>
              </a:ext>
            </a:extLst>
          </p:cNvPr>
          <p:cNvSpPr>
            <a:spLocks noGrp="1"/>
          </p:cNvSpPr>
          <p:nvPr>
            <p:ph type="title"/>
          </p:nvPr>
        </p:nvSpPr>
        <p:spPr/>
        <p:txBody>
          <a:bodyPr/>
          <a:lstStyle/>
          <a:p>
            <a:r>
              <a:rPr lang="en-US" dirty="0"/>
              <a:t>Dataset: CIFAR-10</a:t>
            </a:r>
          </a:p>
        </p:txBody>
      </p:sp>
      <p:sp>
        <p:nvSpPr>
          <p:cNvPr id="3" name="Content Placeholder 2">
            <a:extLst>
              <a:ext uri="{FF2B5EF4-FFF2-40B4-BE49-F238E27FC236}">
                <a16:creationId xmlns:a16="http://schemas.microsoft.com/office/drawing/2014/main" id="{845C5D5D-02BE-CA12-3769-3B00B9EEE3E6}"/>
              </a:ext>
            </a:extLst>
          </p:cNvPr>
          <p:cNvSpPr>
            <a:spLocks noGrp="1"/>
          </p:cNvSpPr>
          <p:nvPr>
            <p:ph idx="1"/>
          </p:nvPr>
        </p:nvSpPr>
        <p:spPr/>
        <p:txBody>
          <a:bodyPr/>
          <a:lstStyle/>
          <a:p>
            <a:r>
              <a:rPr lang="en-US" dirty="0"/>
              <a:t>60K 32x32 images.</a:t>
            </a:r>
          </a:p>
          <a:p>
            <a:r>
              <a:rPr lang="en-US" dirty="0"/>
              <a:t>10 distinct classes.</a:t>
            </a:r>
          </a:p>
          <a:p>
            <a:endParaRPr lang="en-US" dirty="0"/>
          </a:p>
          <a:p>
            <a:pPr marL="0" indent="0">
              <a:buNone/>
            </a:pPr>
            <a:endParaRPr lang="en-US" dirty="0"/>
          </a:p>
        </p:txBody>
      </p:sp>
      <p:pic>
        <p:nvPicPr>
          <p:cNvPr id="2050" name="Picture 2" descr="Load and Explore Cifar10 Dataset | coding">
            <a:extLst>
              <a:ext uri="{FF2B5EF4-FFF2-40B4-BE49-F238E27FC236}">
                <a16:creationId xmlns:a16="http://schemas.microsoft.com/office/drawing/2014/main" id="{EC9BDD53-561B-733A-121A-06562AC0C4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60095" y="2852738"/>
            <a:ext cx="6076950" cy="2600325"/>
          </a:xfrm>
          <a:prstGeom prst="rect">
            <a:avLst/>
          </a:prstGeom>
          <a:noFill/>
          <a:extLst>
            <a:ext uri="{909E8E84-426E-40DD-AFC4-6F175D3DCCD1}">
              <a14:hiddenFill xmlns:a14="http://schemas.microsoft.com/office/drawing/2010/main">
                <a:solidFill>
                  <a:srgbClr val="FFFFFF"/>
                </a:solidFill>
              </a14:hiddenFill>
            </a:ext>
          </a:extLst>
        </p:spPr>
      </p:pic>
      <p:pic>
        <p:nvPicPr>
          <p:cNvPr id="2099" name="Audio 2098">
            <a:hlinkClick r:id="" action="ppaction://media"/>
            <a:extLst>
              <a:ext uri="{FF2B5EF4-FFF2-40B4-BE49-F238E27FC236}">
                <a16:creationId xmlns:a16="http://schemas.microsoft.com/office/drawing/2014/main" id="{4D64F75A-337B-76A9-7CCF-493F7533CEC0}"/>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87500" t="-287500" r="-287500" b="-28750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143950386"/>
      </p:ext>
    </p:extLst>
  </p:cSld>
  <p:clrMapOvr>
    <a:masterClrMapping/>
  </p:clrMapOvr>
  <mc:AlternateContent xmlns:mc="http://schemas.openxmlformats.org/markup-compatibility/2006" xmlns:p14="http://schemas.microsoft.com/office/powerpoint/2010/main">
    <mc:Choice Requires="p14">
      <p:transition spd="slow" p14:dur="2000" advTm="7884"/>
    </mc:Choice>
    <mc:Fallback xmlns="">
      <p:transition spd="slow" advTm="788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099"/>
                                        </p:tgtEl>
                                      </p:cBhvr>
                                    </p:cmd>
                                  </p:childTnLst>
                                </p:cTn>
                              </p:par>
                            </p:childTnLst>
                          </p:cTn>
                        </p:par>
                      </p:childTnLst>
                    </p:cTn>
                  </p:par>
                </p:childTnLst>
              </p:cTn>
              <p:prevCondLst>
                <p:cond evt="onPrev" delay="0">
                  <p:tgtEl>
                    <p:sldTgt/>
                  </p:tgtEl>
                </p:cond>
              </p:prevCondLst>
              <p:nextCondLst>
                <p:cond evt="onNext" delay="0">
                  <p:tgtEl>
                    <p:sldTgt/>
                  </p:tgtEl>
                </p:cond>
              </p:nextCondLst>
            </p:seq>
            <p:par>
              <p:cTn id="7"/>
            </p:par>
            <p:audio isNarration="1">
              <p:cMediaNode vol="80000" showWhenStopped="0">
                <p:cTn id="8" fill="hold" display="0">
                  <p:stCondLst>
                    <p:cond delay="indefinite"/>
                  </p:stCondLst>
                  <p:endCondLst>
                    <p:cond evt="onStopAudio" delay="0">
                      <p:tgtEl>
                        <p:sldTgt/>
                      </p:tgtEl>
                    </p:cond>
                  </p:endCondLst>
                </p:cTn>
                <p:tgtEl>
                  <p:spTgt spid="2099"/>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147EC-5368-A922-1B72-894E1898C0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B5FE3D-BFB2-D091-91EE-FF7391623E80}"/>
              </a:ext>
            </a:extLst>
          </p:cNvPr>
          <p:cNvSpPr>
            <a:spLocks noGrp="1"/>
          </p:cNvSpPr>
          <p:nvPr>
            <p:ph type="title"/>
          </p:nvPr>
        </p:nvSpPr>
        <p:spPr/>
        <p:txBody>
          <a:bodyPr/>
          <a:lstStyle/>
          <a:p>
            <a:r>
              <a:rPr lang="en-US" dirty="0"/>
              <a:t>Proposed Hybrid Layers</a:t>
            </a:r>
          </a:p>
        </p:txBody>
      </p:sp>
      <p:pic>
        <p:nvPicPr>
          <p:cNvPr id="29" name="Picture 28">
            <a:extLst>
              <a:ext uri="{FF2B5EF4-FFF2-40B4-BE49-F238E27FC236}">
                <a16:creationId xmlns:a16="http://schemas.microsoft.com/office/drawing/2014/main" id="{35B77340-275B-596F-FADF-0A952BF85FE5}"/>
              </a:ext>
            </a:extLst>
          </p:cNvPr>
          <p:cNvPicPr>
            <a:picLocks noChangeAspect="1"/>
          </p:cNvPicPr>
          <p:nvPr/>
        </p:nvPicPr>
        <p:blipFill>
          <a:blip r:embed="rId5"/>
          <a:stretch>
            <a:fillRect/>
          </a:stretch>
        </p:blipFill>
        <p:spPr>
          <a:xfrm>
            <a:off x="756168" y="2786743"/>
            <a:ext cx="10679664" cy="3153474"/>
          </a:xfrm>
          <a:prstGeom prst="rect">
            <a:avLst/>
          </a:prstGeom>
        </p:spPr>
      </p:pic>
      <p:pic>
        <p:nvPicPr>
          <p:cNvPr id="71" name="Audio 70">
            <a:hlinkClick r:id="" action="ppaction://media"/>
            <a:extLst>
              <a:ext uri="{FF2B5EF4-FFF2-40B4-BE49-F238E27FC236}">
                <a16:creationId xmlns:a16="http://schemas.microsoft.com/office/drawing/2014/main" id="{C1654598-8DD9-19D1-D491-1DBCA5487874}"/>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87500" t="-287500" r="-287500" b="-28750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24289689"/>
      </p:ext>
    </p:extLst>
  </p:cSld>
  <p:clrMapOvr>
    <a:masterClrMapping/>
  </p:clrMapOvr>
  <mc:AlternateContent xmlns:mc="http://schemas.openxmlformats.org/markup-compatibility/2006" xmlns:p14="http://schemas.microsoft.com/office/powerpoint/2010/main">
    <mc:Choice Requires="p14">
      <p:transition spd="slow" p14:dur="2000" advTm="28937"/>
    </mc:Choice>
    <mc:Fallback xmlns="">
      <p:transition spd="slow" advTm="289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1"/>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DBE95-95CA-CFF8-AD18-90D9390A50C4}"/>
              </a:ext>
            </a:extLst>
          </p:cNvPr>
          <p:cNvSpPr>
            <a:spLocks noGrp="1"/>
          </p:cNvSpPr>
          <p:nvPr>
            <p:ph type="title"/>
          </p:nvPr>
        </p:nvSpPr>
        <p:spPr/>
        <p:txBody>
          <a:bodyPr/>
          <a:lstStyle/>
          <a:p>
            <a:r>
              <a:rPr lang="en-US" dirty="0"/>
              <a:t>Experiment 1: </a:t>
            </a:r>
            <a:br>
              <a:rPr lang="en-US" dirty="0"/>
            </a:br>
            <a:r>
              <a:rPr lang="en-US" dirty="0"/>
              <a:t>First Layer Replacement</a:t>
            </a:r>
          </a:p>
        </p:txBody>
      </p:sp>
      <p:pic>
        <p:nvPicPr>
          <p:cNvPr id="4" name="Picture 2" descr="Original ResNet-18 Architecture | Download Scientific Diagram">
            <a:extLst>
              <a:ext uri="{FF2B5EF4-FFF2-40B4-BE49-F238E27FC236}">
                <a16:creationId xmlns:a16="http://schemas.microsoft.com/office/drawing/2014/main" id="{BC6F327A-5647-4CAD-F55F-90F943668D2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47875" y="3218151"/>
            <a:ext cx="8096250" cy="2181225"/>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a:extLst>
              <a:ext uri="{FF2B5EF4-FFF2-40B4-BE49-F238E27FC236}">
                <a16:creationId xmlns:a16="http://schemas.microsoft.com/office/drawing/2014/main" id="{3DE7BD3D-7A71-45F1-7AB8-C4F492E31B3D}"/>
              </a:ext>
            </a:extLst>
          </p:cNvPr>
          <p:cNvCxnSpPr>
            <a:cxnSpLocks/>
          </p:cNvCxnSpPr>
          <p:nvPr/>
        </p:nvCxnSpPr>
        <p:spPr>
          <a:xfrm>
            <a:off x="1154953" y="2140527"/>
            <a:ext cx="1257300" cy="1870364"/>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69" name="Audio 68">
            <a:hlinkClick r:id="" action="ppaction://media"/>
            <a:extLst>
              <a:ext uri="{FF2B5EF4-FFF2-40B4-BE49-F238E27FC236}">
                <a16:creationId xmlns:a16="http://schemas.microsoft.com/office/drawing/2014/main" id="{24C74312-73D4-8EA2-C8B9-C58224721A34}"/>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87500" t="-287500" r="-287500" b="-28750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370816486"/>
      </p:ext>
    </p:extLst>
  </p:cSld>
  <p:clrMapOvr>
    <a:masterClrMapping/>
  </p:clrMapOvr>
  <mc:AlternateContent xmlns:mc="http://schemas.openxmlformats.org/markup-compatibility/2006" xmlns:p14="http://schemas.microsoft.com/office/powerpoint/2010/main">
    <mc:Choice Requires="p14">
      <p:transition spd="slow" p14:dur="2000" advTm="13192"/>
    </mc:Choice>
    <mc:Fallback xmlns="">
      <p:transition spd="slow" advTm="1319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9"/>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AE5A0-0919-1AD6-967A-D19529D2ADA6}"/>
              </a:ext>
            </a:extLst>
          </p:cNvPr>
          <p:cNvSpPr>
            <a:spLocks noGrp="1"/>
          </p:cNvSpPr>
          <p:nvPr>
            <p:ph type="title"/>
          </p:nvPr>
        </p:nvSpPr>
        <p:spPr/>
        <p:txBody>
          <a:bodyPr/>
          <a:lstStyle/>
          <a:p>
            <a:r>
              <a:rPr lang="en-US" dirty="0"/>
              <a:t>Results – Test Accuracy</a:t>
            </a:r>
          </a:p>
        </p:txBody>
      </p:sp>
      <p:pic>
        <p:nvPicPr>
          <p:cNvPr id="5" name="Content Placeholder 4">
            <a:extLst>
              <a:ext uri="{FF2B5EF4-FFF2-40B4-BE49-F238E27FC236}">
                <a16:creationId xmlns:a16="http://schemas.microsoft.com/office/drawing/2014/main" id="{D6845BEE-EFE6-5ED1-B15D-1A46604C15C7}"/>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2700506" y="2320410"/>
            <a:ext cx="6790988" cy="4193536"/>
          </a:xfrm>
        </p:spPr>
      </p:pic>
      <p:pic>
        <p:nvPicPr>
          <p:cNvPr id="70" name="Audio 69">
            <a:hlinkClick r:id="" action="ppaction://media"/>
            <a:extLst>
              <a:ext uri="{FF2B5EF4-FFF2-40B4-BE49-F238E27FC236}">
                <a16:creationId xmlns:a16="http://schemas.microsoft.com/office/drawing/2014/main" id="{8BA98E16-FEC3-6314-FCB4-904605B150CB}"/>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87500" t="-287500" r="-287500" b="-28750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194560898"/>
      </p:ext>
    </p:extLst>
  </p:cSld>
  <p:clrMapOvr>
    <a:masterClrMapping/>
  </p:clrMapOvr>
  <mc:AlternateContent xmlns:mc="http://schemas.openxmlformats.org/markup-compatibility/2006" xmlns:p14="http://schemas.microsoft.com/office/powerpoint/2010/main">
    <mc:Choice Requires="p14">
      <p:transition spd="slow" p14:dur="2000" advTm="13983"/>
    </mc:Choice>
    <mc:Fallback xmlns="">
      <p:transition spd="slow" advTm="1398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0"/>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A8793-A386-9543-25DF-9EB99C41F2FB}"/>
              </a:ext>
            </a:extLst>
          </p:cNvPr>
          <p:cNvSpPr>
            <a:spLocks noGrp="1"/>
          </p:cNvSpPr>
          <p:nvPr>
            <p:ph type="title"/>
          </p:nvPr>
        </p:nvSpPr>
        <p:spPr/>
        <p:txBody>
          <a:bodyPr/>
          <a:lstStyle/>
          <a:p>
            <a:r>
              <a:rPr lang="en-US" dirty="0"/>
              <a:t>Results – Test Accuracy</a:t>
            </a:r>
          </a:p>
        </p:txBody>
      </p:sp>
      <p:pic>
        <p:nvPicPr>
          <p:cNvPr id="9" name="Content Placeholder 4">
            <a:extLst>
              <a:ext uri="{FF2B5EF4-FFF2-40B4-BE49-F238E27FC236}">
                <a16:creationId xmlns:a16="http://schemas.microsoft.com/office/drawing/2014/main" id="{7F34357A-A94B-043A-2D93-699B737A5A0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29034" y="2373268"/>
            <a:ext cx="7133931" cy="4161460"/>
          </a:xfrm>
          <a:prstGeom prst="rect">
            <a:avLst/>
          </a:prstGeom>
        </p:spPr>
      </p:pic>
      <p:pic>
        <p:nvPicPr>
          <p:cNvPr id="73" name="Audio 72">
            <a:hlinkClick r:id="" action="ppaction://media"/>
            <a:extLst>
              <a:ext uri="{FF2B5EF4-FFF2-40B4-BE49-F238E27FC236}">
                <a16:creationId xmlns:a16="http://schemas.microsoft.com/office/drawing/2014/main" id="{31715566-1297-1AF0-12AD-0DBC3AE3DA7E}"/>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87500" t="-287500" r="-287500" b="-28750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645429813"/>
      </p:ext>
    </p:extLst>
  </p:cSld>
  <p:clrMapOvr>
    <a:masterClrMapping/>
  </p:clrMapOvr>
  <mc:AlternateContent xmlns:mc="http://schemas.openxmlformats.org/markup-compatibility/2006" xmlns:p14="http://schemas.microsoft.com/office/powerpoint/2010/main">
    <mc:Choice Requires="p14">
      <p:transition spd="slow" p14:dur="2000" advTm="34991"/>
    </mc:Choice>
    <mc:Fallback xmlns="">
      <p:transition spd="slow" advTm="3499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3"/>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B0BC2-B715-8783-5179-4CF02A200326}"/>
              </a:ext>
            </a:extLst>
          </p:cNvPr>
          <p:cNvSpPr>
            <a:spLocks noGrp="1"/>
          </p:cNvSpPr>
          <p:nvPr>
            <p:ph type="title"/>
          </p:nvPr>
        </p:nvSpPr>
        <p:spPr/>
        <p:txBody>
          <a:bodyPr/>
          <a:lstStyle/>
          <a:p>
            <a:r>
              <a:rPr lang="en-US" dirty="0"/>
              <a:t>Experiment 2:</a:t>
            </a:r>
            <a:br>
              <a:rPr lang="en-US" dirty="0"/>
            </a:br>
            <a:r>
              <a:rPr lang="en-US" dirty="0"/>
              <a:t>Deeper Integration</a:t>
            </a:r>
          </a:p>
        </p:txBody>
      </p:sp>
      <p:pic>
        <p:nvPicPr>
          <p:cNvPr id="4" name="Picture 2" descr="Original ResNet-18 Architecture | Download Scientific Diagram">
            <a:extLst>
              <a:ext uri="{FF2B5EF4-FFF2-40B4-BE49-F238E27FC236}">
                <a16:creationId xmlns:a16="http://schemas.microsoft.com/office/drawing/2014/main" id="{7E705C58-BE48-C731-54B7-481A808487B6}"/>
              </a:ext>
            </a:extLst>
          </p:cNvPr>
          <p:cNvPicPr>
            <a:picLocks noGrp="1" noChangeAspect="1" noChangeArrowheads="1"/>
          </p:cNvPicPr>
          <p:nvPr>
            <p:ph idx="1"/>
          </p:nvPr>
        </p:nvPicPr>
        <p:blipFill>
          <a:blip r:embed="rId5">
            <a:extLst>
              <a:ext uri="{28A0092B-C50C-407E-A947-70E740481C1C}">
                <a14:useLocalDpi xmlns:a14="http://schemas.microsoft.com/office/drawing/2010/main" val="0"/>
              </a:ext>
            </a:extLst>
          </a:blip>
          <a:srcRect/>
          <a:stretch>
            <a:fillRect/>
          </a:stretch>
        </p:blipFill>
        <p:spPr bwMode="auto">
          <a:xfrm>
            <a:off x="1488281" y="3221037"/>
            <a:ext cx="8096250" cy="218122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8F3BD887-3CBF-84B3-A285-55C6D17040BB}"/>
              </a:ext>
            </a:extLst>
          </p:cNvPr>
          <p:cNvSpPr/>
          <p:nvPr/>
        </p:nvSpPr>
        <p:spPr>
          <a:xfrm>
            <a:off x="1672936" y="3792682"/>
            <a:ext cx="2161309" cy="1901536"/>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6" name="Audio 165">
            <a:hlinkClick r:id="" action="ppaction://media"/>
            <a:extLst>
              <a:ext uri="{FF2B5EF4-FFF2-40B4-BE49-F238E27FC236}">
                <a16:creationId xmlns:a16="http://schemas.microsoft.com/office/drawing/2014/main" id="{A3626632-D047-8BDE-FCB7-AEC2AF9DEB60}"/>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87500" t="-287500" r="-287500" b="-28750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559157161"/>
      </p:ext>
    </p:extLst>
  </p:cSld>
  <p:clrMapOvr>
    <a:masterClrMapping/>
  </p:clrMapOvr>
  <mc:AlternateContent xmlns:mc="http://schemas.openxmlformats.org/markup-compatibility/2006" xmlns:p14="http://schemas.microsoft.com/office/powerpoint/2010/main">
    <mc:Choice Requires="p14">
      <p:transition spd="slow" p14:dur="2000" advTm="10007"/>
    </mc:Choice>
    <mc:Fallback xmlns="">
      <p:transition spd="slow" advTm="1000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6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66"/>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85AC1-3B2D-87F7-9CDA-D5B79449A8FC}"/>
              </a:ext>
            </a:extLst>
          </p:cNvPr>
          <p:cNvSpPr>
            <a:spLocks noGrp="1"/>
          </p:cNvSpPr>
          <p:nvPr>
            <p:ph type="title"/>
          </p:nvPr>
        </p:nvSpPr>
        <p:spPr/>
        <p:txBody>
          <a:bodyPr/>
          <a:lstStyle/>
          <a:p>
            <a:r>
              <a:rPr lang="en-US" dirty="0"/>
              <a:t>Results – Test Accuracy</a:t>
            </a:r>
          </a:p>
        </p:txBody>
      </p:sp>
      <p:pic>
        <p:nvPicPr>
          <p:cNvPr id="16" name="Picture 15">
            <a:extLst>
              <a:ext uri="{FF2B5EF4-FFF2-40B4-BE49-F238E27FC236}">
                <a16:creationId xmlns:a16="http://schemas.microsoft.com/office/drawing/2014/main" id="{36F68051-BA96-C103-DD4E-7FCF0887054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54940" y="2304745"/>
            <a:ext cx="7482120" cy="4364570"/>
          </a:xfrm>
          <a:prstGeom prst="rect">
            <a:avLst/>
          </a:prstGeom>
        </p:spPr>
      </p:pic>
      <p:pic>
        <p:nvPicPr>
          <p:cNvPr id="302" name="Audio 301">
            <a:hlinkClick r:id="" action="ppaction://media"/>
            <a:extLst>
              <a:ext uri="{FF2B5EF4-FFF2-40B4-BE49-F238E27FC236}">
                <a16:creationId xmlns:a16="http://schemas.microsoft.com/office/drawing/2014/main" id="{368551BB-BD88-CAFB-BB31-3C484FE49523}"/>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87500" t="-287500" r="-287500" b="-28750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705728320"/>
      </p:ext>
    </p:extLst>
  </p:cSld>
  <p:clrMapOvr>
    <a:masterClrMapping/>
  </p:clrMapOvr>
  <mc:AlternateContent xmlns:mc="http://schemas.openxmlformats.org/markup-compatibility/2006" xmlns:p14="http://schemas.microsoft.com/office/powerpoint/2010/main">
    <mc:Choice Requires="p14">
      <p:transition spd="slow" p14:dur="2000" advTm="31792"/>
    </mc:Choice>
    <mc:Fallback xmlns="">
      <p:transition spd="slow" advTm="3179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0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02"/>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FEA68-3F3A-4FEC-F5DE-B16E5D54D24D}"/>
              </a:ext>
            </a:extLst>
          </p:cNvPr>
          <p:cNvSpPr>
            <a:spLocks noGrp="1"/>
          </p:cNvSpPr>
          <p:nvPr>
            <p:ph type="title"/>
          </p:nvPr>
        </p:nvSpPr>
        <p:spPr>
          <a:xfrm>
            <a:off x="1154953" y="973668"/>
            <a:ext cx="8761413" cy="706964"/>
          </a:xfrm>
        </p:spPr>
        <p:txBody>
          <a:bodyPr>
            <a:normAutofit/>
          </a:bodyPr>
          <a:lstStyle/>
          <a:p>
            <a:r>
              <a:rPr lang="en-US" dirty="0"/>
              <a:t>Results – Robustness</a:t>
            </a:r>
          </a:p>
        </p:txBody>
      </p:sp>
      <p:sp>
        <p:nvSpPr>
          <p:cNvPr id="3" name="Content Placeholder 2">
            <a:extLst>
              <a:ext uri="{FF2B5EF4-FFF2-40B4-BE49-F238E27FC236}">
                <a16:creationId xmlns:a16="http://schemas.microsoft.com/office/drawing/2014/main" id="{6972383C-5982-BE7C-1C79-5EC0690F9034}"/>
              </a:ext>
            </a:extLst>
          </p:cNvPr>
          <p:cNvSpPr>
            <a:spLocks noGrp="1"/>
          </p:cNvSpPr>
          <p:nvPr>
            <p:ph idx="1"/>
          </p:nvPr>
        </p:nvSpPr>
        <p:spPr>
          <a:xfrm>
            <a:off x="1154953" y="1720850"/>
            <a:ext cx="7875690" cy="3416300"/>
          </a:xfrm>
        </p:spPr>
        <p:txBody>
          <a:bodyPr anchor="ctr">
            <a:normAutofit/>
          </a:bodyPr>
          <a:lstStyle/>
          <a:p>
            <a:r>
              <a:rPr lang="en-US" sz="1600" dirty="0"/>
              <a:t>Augmentations that copy texture and positional changes (with </a:t>
            </a:r>
            <a:r>
              <a:rPr lang="en-US" sz="1600" dirty="0" err="1"/>
              <a:t>Kornia</a:t>
            </a:r>
            <a:r>
              <a:rPr lang="en-US" sz="1600" dirty="0"/>
              <a:t>)</a:t>
            </a:r>
          </a:p>
          <a:p>
            <a:endParaRPr lang="en-US" sz="1600" dirty="0"/>
          </a:p>
        </p:txBody>
      </p:sp>
      <p:pic>
        <p:nvPicPr>
          <p:cNvPr id="1026" name="Picture 2">
            <a:extLst>
              <a:ext uri="{FF2B5EF4-FFF2-40B4-BE49-F238E27FC236}">
                <a16:creationId xmlns:a16="http://schemas.microsoft.com/office/drawing/2014/main" id="{F082E2BC-EF6F-BFC3-A68D-8F38D8680A3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2076"/>
          <a:stretch>
            <a:fillRect/>
          </a:stretch>
        </p:blipFill>
        <p:spPr bwMode="auto">
          <a:xfrm>
            <a:off x="1934517" y="3854082"/>
            <a:ext cx="8322965" cy="1485585"/>
          </a:xfrm>
          <a:prstGeom prst="roundRect">
            <a:avLst>
              <a:gd name="adj" fmla="val 1858"/>
            </a:avLst>
          </a:prstGeom>
          <a:noFill/>
          <a:effectLst>
            <a:outerShdw blurRad="50800" dist="50800" dir="54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44" name="Audio 43">
            <a:hlinkClick r:id="" action="ppaction://media"/>
            <a:extLst>
              <a:ext uri="{FF2B5EF4-FFF2-40B4-BE49-F238E27FC236}">
                <a16:creationId xmlns:a16="http://schemas.microsoft.com/office/drawing/2014/main" id="{162EE1EA-27CD-698B-11E7-FE75E9CFA8AF}"/>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61075" t="-161075" r="-161075" b="-1610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791042911"/>
      </p:ext>
    </p:extLst>
  </p:cSld>
  <p:clrMapOvr>
    <a:masterClrMapping/>
  </p:clrMapOvr>
  <mc:AlternateContent xmlns:mc="http://schemas.openxmlformats.org/markup-compatibility/2006" xmlns:p14="http://schemas.microsoft.com/office/powerpoint/2010/main">
    <mc:Choice Requires="p14">
      <p:transition spd="slow" p14:dur="2000" advTm="13374"/>
    </mc:Choice>
    <mc:Fallback xmlns="">
      <p:transition spd="slow" advTm="1337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4"/>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51C7C92-ABC1-E9D2-1D33-9435AFABB9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F7DC82-E519-DB00-7864-12E533E9DD9E}"/>
              </a:ext>
            </a:extLst>
          </p:cNvPr>
          <p:cNvSpPr>
            <a:spLocks noGrp="1"/>
          </p:cNvSpPr>
          <p:nvPr>
            <p:ph type="title"/>
          </p:nvPr>
        </p:nvSpPr>
        <p:spPr>
          <a:xfrm>
            <a:off x="1154953" y="973668"/>
            <a:ext cx="8761413" cy="706964"/>
          </a:xfrm>
        </p:spPr>
        <p:txBody>
          <a:bodyPr>
            <a:normAutofit/>
          </a:bodyPr>
          <a:lstStyle/>
          <a:p>
            <a:r>
              <a:rPr lang="en-US" dirty="0"/>
              <a:t>Results – Robustness</a:t>
            </a:r>
          </a:p>
        </p:txBody>
      </p:sp>
      <p:sp>
        <p:nvSpPr>
          <p:cNvPr id="3" name="Content Placeholder 2">
            <a:extLst>
              <a:ext uri="{FF2B5EF4-FFF2-40B4-BE49-F238E27FC236}">
                <a16:creationId xmlns:a16="http://schemas.microsoft.com/office/drawing/2014/main" id="{F86D79B6-047E-7E31-2CE1-DC7DC498B411}"/>
              </a:ext>
            </a:extLst>
          </p:cNvPr>
          <p:cNvSpPr>
            <a:spLocks noGrp="1"/>
          </p:cNvSpPr>
          <p:nvPr>
            <p:ph idx="1"/>
          </p:nvPr>
        </p:nvSpPr>
        <p:spPr>
          <a:xfrm>
            <a:off x="523822" y="2597026"/>
            <a:ext cx="5211979" cy="3416300"/>
          </a:xfrm>
        </p:spPr>
        <p:txBody>
          <a:bodyPr anchor="ctr">
            <a:normAutofit/>
          </a:bodyPr>
          <a:lstStyle/>
          <a:p>
            <a:r>
              <a:rPr lang="en-US" dirty="0"/>
              <a:t>Accuracy on augmented test:</a:t>
            </a:r>
          </a:p>
          <a:p>
            <a:pPr lvl="1"/>
            <a:r>
              <a:rPr lang="en-US" dirty="0"/>
              <a:t>Resnet18 (Blue)</a:t>
            </a:r>
          </a:p>
          <a:p>
            <a:pPr lvl="1"/>
            <a:r>
              <a:rPr lang="en-US" dirty="0"/>
              <a:t>Parametric scattering (Yellow)</a:t>
            </a:r>
          </a:p>
          <a:p>
            <a:pPr lvl="1"/>
            <a:r>
              <a:rPr lang="en-US" dirty="0"/>
              <a:t>Learnable scattering (Green &amp; Red)</a:t>
            </a:r>
          </a:p>
        </p:txBody>
      </p:sp>
      <p:pic>
        <p:nvPicPr>
          <p:cNvPr id="7" name="Picture 6">
            <a:extLst>
              <a:ext uri="{FF2B5EF4-FFF2-40B4-BE49-F238E27FC236}">
                <a16:creationId xmlns:a16="http://schemas.microsoft.com/office/drawing/2014/main" id="{2A7A0FEB-F425-FF42-2302-E6CC38D6BB04}"/>
              </a:ext>
            </a:extLst>
          </p:cNvPr>
          <p:cNvPicPr>
            <a:picLocks noChangeAspect="1"/>
          </p:cNvPicPr>
          <p:nvPr/>
        </p:nvPicPr>
        <p:blipFill>
          <a:blip r:embed="rId5">
            <a:extLst>
              <a:ext uri="{28A0092B-C50C-407E-A947-70E740481C1C}">
                <a14:useLocalDpi xmlns:a14="http://schemas.microsoft.com/office/drawing/2010/main" val="0"/>
              </a:ext>
            </a:extLst>
          </a:blip>
          <a:srcRect t="3121"/>
          <a:stretch>
            <a:fillRect/>
          </a:stretch>
        </p:blipFill>
        <p:spPr>
          <a:xfrm>
            <a:off x="6000277" y="2597026"/>
            <a:ext cx="5743471" cy="3615553"/>
          </a:xfrm>
          <a:prstGeom prst="rect">
            <a:avLst/>
          </a:prstGeom>
        </p:spPr>
      </p:pic>
      <p:pic>
        <p:nvPicPr>
          <p:cNvPr id="48" name="Audio 47">
            <a:hlinkClick r:id="" action="ppaction://media"/>
            <a:extLst>
              <a:ext uri="{FF2B5EF4-FFF2-40B4-BE49-F238E27FC236}">
                <a16:creationId xmlns:a16="http://schemas.microsoft.com/office/drawing/2014/main" id="{690A6F06-0C25-B9F9-9A84-31C18D7100B4}"/>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61075" t="-161075" r="-161075" b="-1610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953616327"/>
      </p:ext>
    </p:extLst>
  </p:cSld>
  <p:clrMapOvr>
    <a:masterClrMapping/>
  </p:clrMapOvr>
  <mc:AlternateContent xmlns:mc="http://schemas.openxmlformats.org/markup-compatibility/2006" xmlns:p14="http://schemas.microsoft.com/office/powerpoint/2010/main">
    <mc:Choice Requires="p14">
      <p:transition spd="slow" p14:dur="2000" advTm="13226"/>
    </mc:Choice>
    <mc:Fallback xmlns="">
      <p:transition spd="slow" advTm="1322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8"/>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662BB8-8C61-9F89-FBC4-E258B87E9A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BE786C-1593-51CC-4414-204367B5BBB6}"/>
              </a:ext>
            </a:extLst>
          </p:cNvPr>
          <p:cNvSpPr>
            <a:spLocks noGrp="1"/>
          </p:cNvSpPr>
          <p:nvPr>
            <p:ph type="title"/>
          </p:nvPr>
        </p:nvSpPr>
        <p:spPr>
          <a:xfrm>
            <a:off x="1154953" y="973668"/>
            <a:ext cx="8761413" cy="706964"/>
          </a:xfrm>
        </p:spPr>
        <p:txBody>
          <a:bodyPr>
            <a:normAutofit/>
          </a:bodyPr>
          <a:lstStyle/>
          <a:p>
            <a:r>
              <a:rPr lang="en-US" dirty="0"/>
              <a:t>Results – Robustness</a:t>
            </a:r>
          </a:p>
        </p:txBody>
      </p:sp>
      <p:sp>
        <p:nvSpPr>
          <p:cNvPr id="3" name="Content Placeholder 2">
            <a:extLst>
              <a:ext uri="{FF2B5EF4-FFF2-40B4-BE49-F238E27FC236}">
                <a16:creationId xmlns:a16="http://schemas.microsoft.com/office/drawing/2014/main" id="{07734AE8-8BB2-6BBD-02AA-07DBF812620A}"/>
              </a:ext>
            </a:extLst>
          </p:cNvPr>
          <p:cNvSpPr>
            <a:spLocks noGrp="1"/>
          </p:cNvSpPr>
          <p:nvPr>
            <p:ph idx="1"/>
          </p:nvPr>
        </p:nvSpPr>
        <p:spPr>
          <a:xfrm>
            <a:off x="559220" y="2603500"/>
            <a:ext cx="4670241" cy="3416300"/>
          </a:xfrm>
        </p:spPr>
        <p:txBody>
          <a:bodyPr anchor="ctr">
            <a:normAutofit/>
          </a:bodyPr>
          <a:lstStyle/>
          <a:p>
            <a:r>
              <a:rPr lang="en-US" sz="1600" dirty="0"/>
              <a:t>Accuracy drop (augmented – original)</a:t>
            </a:r>
          </a:p>
          <a:p>
            <a:endParaRPr lang="en-US" sz="1600" dirty="0"/>
          </a:p>
        </p:txBody>
      </p:sp>
      <p:pic>
        <p:nvPicPr>
          <p:cNvPr id="5" name="Picture 4">
            <a:extLst>
              <a:ext uri="{FF2B5EF4-FFF2-40B4-BE49-F238E27FC236}">
                <a16:creationId xmlns:a16="http://schemas.microsoft.com/office/drawing/2014/main" id="{EC093210-7DB9-379A-4D42-81ED333883EA}"/>
              </a:ext>
            </a:extLst>
          </p:cNvPr>
          <p:cNvPicPr>
            <a:picLocks noChangeAspect="1"/>
          </p:cNvPicPr>
          <p:nvPr/>
        </p:nvPicPr>
        <p:blipFill>
          <a:blip r:embed="rId6">
            <a:extLst>
              <a:ext uri="{28A0092B-C50C-407E-A947-70E740481C1C}">
                <a14:useLocalDpi xmlns:a14="http://schemas.microsoft.com/office/drawing/2010/main" val="0"/>
              </a:ext>
            </a:extLst>
          </a:blip>
          <a:srcRect t="3367"/>
          <a:stretch>
            <a:fillRect/>
          </a:stretch>
        </p:blipFill>
        <p:spPr>
          <a:xfrm>
            <a:off x="5500122" y="2384346"/>
            <a:ext cx="6031969" cy="3847052"/>
          </a:xfrm>
          <a:prstGeom prst="roundRect">
            <a:avLst>
              <a:gd name="adj" fmla="val 1858"/>
            </a:avLst>
          </a:prstGeom>
          <a:effectLst>
            <a:outerShdw blurRad="50800" dist="50800" dir="5400000" algn="tl" rotWithShape="0">
              <a:srgbClr val="000000">
                <a:alpha val="43000"/>
              </a:srgbClr>
            </a:outerShdw>
          </a:effectLst>
        </p:spPr>
      </p:pic>
      <p:grpSp>
        <p:nvGrpSpPr>
          <p:cNvPr id="13" name="Group 12">
            <a:extLst>
              <a:ext uri="{FF2B5EF4-FFF2-40B4-BE49-F238E27FC236}">
                <a16:creationId xmlns:a16="http://schemas.microsoft.com/office/drawing/2014/main" id="{487D605D-2721-612D-F272-111463D3B6DE}"/>
              </a:ext>
            </a:extLst>
          </p:cNvPr>
          <p:cNvGrpSpPr/>
          <p:nvPr/>
        </p:nvGrpSpPr>
        <p:grpSpPr>
          <a:xfrm>
            <a:off x="7200273" y="4640013"/>
            <a:ext cx="4399796" cy="1477101"/>
            <a:chOff x="7200273" y="4640013"/>
            <a:chExt cx="4399796" cy="1477101"/>
          </a:xfrm>
        </p:grpSpPr>
        <p:sp>
          <p:nvSpPr>
            <p:cNvPr id="6" name="Oval 5">
              <a:extLst>
                <a:ext uri="{FF2B5EF4-FFF2-40B4-BE49-F238E27FC236}">
                  <a16:creationId xmlns:a16="http://schemas.microsoft.com/office/drawing/2014/main" id="{8F8BDEFB-0FA8-2C66-1F72-5D75AF50FC33}"/>
                </a:ext>
              </a:extLst>
            </p:cNvPr>
            <p:cNvSpPr/>
            <p:nvPr/>
          </p:nvSpPr>
          <p:spPr>
            <a:xfrm>
              <a:off x="9256587" y="5000267"/>
              <a:ext cx="287167" cy="813568"/>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9A9C055F-5D23-8DDC-66FC-10279E854CBF}"/>
                </a:ext>
              </a:extLst>
            </p:cNvPr>
            <p:cNvSpPr/>
            <p:nvPr/>
          </p:nvSpPr>
          <p:spPr>
            <a:xfrm>
              <a:off x="11212213" y="4791154"/>
              <a:ext cx="387856" cy="952185"/>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929CDA3A-B9C4-862E-E92D-F77BFCA4EFD1}"/>
                </a:ext>
              </a:extLst>
            </p:cNvPr>
            <p:cNvSpPr/>
            <p:nvPr/>
          </p:nvSpPr>
          <p:spPr>
            <a:xfrm>
              <a:off x="7200273" y="4640013"/>
              <a:ext cx="387856" cy="147710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280" name="Audio 4279">
            <a:hlinkClick r:id="" action="ppaction://media"/>
            <a:extLst>
              <a:ext uri="{FF2B5EF4-FFF2-40B4-BE49-F238E27FC236}">
                <a16:creationId xmlns:a16="http://schemas.microsoft.com/office/drawing/2014/main" id="{FAB69FC5-0F8B-4B50-C15E-4420572F9582}"/>
              </a:ext>
            </a:extLst>
          </p:cNvPr>
          <p:cNvPicPr>
            <a:picLocks noChangeAspect="1"/>
          </p:cNvPicPr>
          <p:nvPr>
            <a:audioFile r:link="rId3"/>
            <p:extLst>
              <p:ext uri="{DAA4B4D4-6D71-4841-9C94-3DE7FCFB9230}">
                <p14:media xmlns:p14="http://schemas.microsoft.com/office/powerpoint/2010/main" r:embed="rId2"/>
              </p:ext>
            </p:extLst>
          </p:nvPr>
        </p:nvPicPr>
        <p:blipFill>
          <a:blip r:embed="rId7"/>
          <a:srcRect l="-161075" t="-161075" r="-161075" b="-161075"/>
          <a:stretch>
            <a:fillRect/>
          </a:stretch>
        </p:blipFill>
        <p:spPr>
          <a:xfrm>
            <a:off x="10052304" y="4718304"/>
            <a:ext cx="2057400" cy="2057400"/>
          </a:xfrm>
          <a:prstGeom prst="ellipse">
            <a:avLst/>
          </a:prstGeom>
        </p:spPr>
      </p:pic>
    </p:spTree>
    <p:custDataLst>
      <p:tags r:id="rId1"/>
    </p:custDataLst>
    <p:extLst>
      <p:ext uri="{BB962C8B-B14F-4D97-AF65-F5344CB8AC3E}">
        <p14:creationId xmlns:p14="http://schemas.microsoft.com/office/powerpoint/2010/main" val="2351415193"/>
      </p:ext>
    </p:extLst>
  </p:cSld>
  <p:clrMapOvr>
    <a:masterClrMapping/>
  </p:clrMapOvr>
  <mc:AlternateContent xmlns:mc="http://schemas.openxmlformats.org/markup-compatibility/2006" xmlns:p14="http://schemas.microsoft.com/office/powerpoint/2010/main">
    <mc:Choice Requires="p14">
      <p:transition spd="slow" p14:dur="2000" advTm="40874"/>
    </mc:Choice>
    <mc:Fallback xmlns="">
      <p:transition spd="slow" advTm="4087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280"/>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2" fill="hold" display="0">
                  <p:stCondLst>
                    <p:cond delay="indefinite"/>
                  </p:stCondLst>
                  <p:endCondLst>
                    <p:cond evt="onStopAudio" delay="0">
                      <p:tgtEl>
                        <p:sldTgt/>
                      </p:tgtEl>
                    </p:cond>
                  </p:endCondLst>
                </p:cTn>
                <p:tgtEl>
                  <p:spTgt spid="4280"/>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5B44741E-4F8A-4DC4-96E4-E4A2E555A88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373"/>
            <a:ext cx="12192000" cy="6867027"/>
            <a:chOff x="0" y="-2373"/>
            <a:chExt cx="12192000" cy="6867027"/>
          </a:xfrm>
        </p:grpSpPr>
        <p:sp>
          <p:nvSpPr>
            <p:cNvPr id="9" name="Rectangle 8">
              <a:extLst>
                <a:ext uri="{FF2B5EF4-FFF2-40B4-BE49-F238E27FC236}">
                  <a16:creationId xmlns:a16="http://schemas.microsoft.com/office/drawing/2014/main" id="{61FDC0C6-6677-4608-AE99-98D3C7BB1F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4">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Oval 9">
              <a:extLst>
                <a:ext uri="{FF2B5EF4-FFF2-40B4-BE49-F238E27FC236}">
                  <a16:creationId xmlns:a16="http://schemas.microsoft.com/office/drawing/2014/main" id="{589982C5-DDA9-41E0-8CF5-F83999C1BC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Oval 10">
              <a:extLst>
                <a:ext uri="{FF2B5EF4-FFF2-40B4-BE49-F238E27FC236}">
                  <a16:creationId xmlns:a16="http://schemas.microsoft.com/office/drawing/2014/main" id="{A6E454F1-BC7B-4FC5-901F-84095FC678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Oval 11">
              <a:extLst>
                <a:ext uri="{FF2B5EF4-FFF2-40B4-BE49-F238E27FC236}">
                  <a16:creationId xmlns:a16="http://schemas.microsoft.com/office/drawing/2014/main" id="{E0BDA7F3-0D92-4CE5-B124-114C29D28F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886F90B9-54A4-4A43-B853-11AA290E00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B5E538A9-6169-4720-88AE-7AE14BE802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Freeform 5">
              <a:extLst>
                <a:ext uri="{FF2B5EF4-FFF2-40B4-BE49-F238E27FC236}">
                  <a16:creationId xmlns:a16="http://schemas.microsoft.com/office/drawing/2014/main" id="{59E5CEE5-D27F-4281-9293-590AD4163E9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17" name="Rectangle 16">
            <a:extLst>
              <a:ext uri="{FF2B5EF4-FFF2-40B4-BE49-F238E27FC236}">
                <a16:creationId xmlns:a16="http://schemas.microsoft.com/office/drawing/2014/main" id="{2FCAD798-DEC5-4392-90CE-C46AD6CE68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19" name="Group 18">
            <a:extLst>
              <a:ext uri="{FF2B5EF4-FFF2-40B4-BE49-F238E27FC236}">
                <a16:creationId xmlns:a16="http://schemas.microsoft.com/office/drawing/2014/main" id="{F1ECA4FE-7D2F-4576-B767-3A5F5ABFE9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useBgFill="1">
          <p:nvSpPr>
            <p:cNvPr id="20" name="Rectangle 19">
              <a:extLst>
                <a:ext uri="{FF2B5EF4-FFF2-40B4-BE49-F238E27FC236}">
                  <a16:creationId xmlns:a16="http://schemas.microsoft.com/office/drawing/2014/main" id="{5969441E-5462-4859-86CD-1737FDE360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1" name="Freeform 5">
              <a:extLst>
                <a:ext uri="{FF2B5EF4-FFF2-40B4-BE49-F238E27FC236}">
                  <a16:creationId xmlns:a16="http://schemas.microsoft.com/office/drawing/2014/main" id="{596BD4B5-6833-40CC-96FE-EDC67563426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US"/>
            </a:p>
          </p:txBody>
        </p:sp>
      </p:grpSp>
      <p:sp>
        <p:nvSpPr>
          <p:cNvPr id="2" name="Title 1">
            <a:extLst>
              <a:ext uri="{FF2B5EF4-FFF2-40B4-BE49-F238E27FC236}">
                <a16:creationId xmlns:a16="http://schemas.microsoft.com/office/drawing/2014/main" id="{B99E47E4-1981-5ED1-E30B-4215196B40B9}"/>
              </a:ext>
            </a:extLst>
          </p:cNvPr>
          <p:cNvSpPr>
            <a:spLocks noGrp="1"/>
          </p:cNvSpPr>
          <p:nvPr>
            <p:ph type="title"/>
          </p:nvPr>
        </p:nvSpPr>
        <p:spPr>
          <a:xfrm>
            <a:off x="1683171" y="1169773"/>
            <a:ext cx="8825658" cy="2870161"/>
          </a:xfrm>
        </p:spPr>
        <p:txBody>
          <a:bodyPr vert="horz" lIns="91440" tIns="45720" rIns="91440" bIns="45720" rtlCol="0" anchor="b">
            <a:normAutofit/>
          </a:bodyPr>
          <a:lstStyle/>
          <a:p>
            <a:pPr algn="ctr"/>
            <a:r>
              <a:rPr lang="en-US" sz="5400" dirty="0">
                <a:solidFill>
                  <a:schemeClr val="tx1"/>
                </a:solidFill>
              </a:rPr>
              <a:t>Thank You</a:t>
            </a:r>
          </a:p>
        </p:txBody>
      </p:sp>
      <p:cxnSp>
        <p:nvCxnSpPr>
          <p:cNvPr id="23" name="Straight Connector 22">
            <a:extLst>
              <a:ext uri="{FF2B5EF4-FFF2-40B4-BE49-F238E27FC236}">
                <a16:creationId xmlns:a16="http://schemas.microsoft.com/office/drawing/2014/main" id="{E81F53E2-F556-42FA-8D24-113839EE19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58249" y="4166888"/>
            <a:ext cx="675502" cy="0"/>
          </a:xfrm>
          <a:prstGeom prst="line">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54" name="Audio 53">
            <a:hlinkClick r:id="" action="ppaction://media"/>
            <a:extLst>
              <a:ext uri="{FF2B5EF4-FFF2-40B4-BE49-F238E27FC236}">
                <a16:creationId xmlns:a16="http://schemas.microsoft.com/office/drawing/2014/main" id="{A62D32EC-172B-72D1-C725-744640B637E2}"/>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161075" t="-161075" r="-161075" b="-1610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6374980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4056"/>
    </mc:Choice>
    <mc:Fallback xmlns="">
      <p:transition spd="slow" advTm="405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4"/>
                </p:tgtEl>
              </p:cMediaNode>
            </p:audio>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7.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A3AB87EF-B655-4FFF-8D05-F333AD7F27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Ion Boardroom</Template>
  <TotalTime>1967</TotalTime>
  <Words>1169</Words>
  <Application>Microsoft Office PowerPoint</Application>
  <PresentationFormat>Widescreen</PresentationFormat>
  <Paragraphs>111</Paragraphs>
  <Slides>17</Slides>
  <Notes>15</Notes>
  <HiddenSlides>2</HiddenSlides>
  <MMClips>15</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Century Gothic</vt:lpstr>
      <vt:lpstr>Wingdings 3</vt:lpstr>
      <vt:lpstr>Ion Boardroom</vt:lpstr>
      <vt:lpstr>Integrating Wavelet Scattering into CNN</vt:lpstr>
      <vt:lpstr>Outline</vt:lpstr>
      <vt:lpstr>Motivation</vt:lpstr>
      <vt:lpstr>Background - Wavelets</vt:lpstr>
      <vt:lpstr>Wavelet Scattering Transform (WST)</vt:lpstr>
      <vt:lpstr>Baseline Model: ResNet18</vt:lpstr>
      <vt:lpstr>Dataset: CIFAR-10</vt:lpstr>
      <vt:lpstr>Proposed Hybrid Layers</vt:lpstr>
      <vt:lpstr>Experiment 1:  First Layer Replacement</vt:lpstr>
      <vt:lpstr>Results – Test Accuracy</vt:lpstr>
      <vt:lpstr>Results – Test Accuracy</vt:lpstr>
      <vt:lpstr>Experiment 2: Deeper Integration</vt:lpstr>
      <vt:lpstr>Results – Test Accuracy</vt:lpstr>
      <vt:lpstr>Results – Robustness</vt:lpstr>
      <vt:lpstr>Results – Robustness</vt:lpstr>
      <vt:lpstr>Results – Robustness</vt:lpstr>
      <vt:lpstr>Thank You</vt:lpstr>
    </vt:vector>
  </TitlesOfParts>
  <Company>NVIDIA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Barak Telem</dc:creator>
  <cp:lastModifiedBy>Barak Telem</cp:lastModifiedBy>
  <cp:revision>1</cp:revision>
  <dcterms:created xsi:type="dcterms:W3CDTF">2026-01-25T13:01:28Z</dcterms:created>
  <dcterms:modified xsi:type="dcterms:W3CDTF">2026-01-29T12:11:31Z</dcterms:modified>
</cp:coreProperties>
</file>