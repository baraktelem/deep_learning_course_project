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68" r:id="rId1"/>
  </p:sldMasterIdLst>
  <p:notesMasterIdLst>
    <p:notesMasterId r:id="rId13"/>
  </p:notesMasterIdLst>
  <p:sldIdLst>
    <p:sldId id="256" r:id="rId2"/>
    <p:sldId id="257" r:id="rId3"/>
    <p:sldId id="260" r:id="rId4"/>
    <p:sldId id="258" r:id="rId5"/>
    <p:sldId id="259" r:id="rId6"/>
    <p:sldId id="261" r:id="rId7"/>
    <p:sldId id="262" r:id="rId8"/>
    <p:sldId id="263" r:id="rId9"/>
    <p:sldId id="265" r:id="rId10"/>
    <p:sldId id="266" r:id="rId11"/>
    <p:sldId id="264" r:id="rId1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8CAF153-B931-4070-9F19-21D537F84DD3}" v="45" dt="2026-01-25T18:07:32.425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356" autoAdjust="0"/>
    <p:restoredTop sz="83467" autoAdjust="0"/>
  </p:normalViewPr>
  <p:slideViewPr>
    <p:cSldViewPr snapToGrid="0">
      <p:cViewPr varScale="1">
        <p:scale>
          <a:sx n="101" d="100"/>
          <a:sy n="101" d="100"/>
        </p:scale>
        <p:origin x="2890" y="7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Barak Telem" userId="d0a7f981-39a6-47ea-b324-5cf2fd258e29" providerId="ADAL" clId="{567EB390-9C4D-4B7A-B7CE-EE18F96FBDC9}"/>
    <pc:docChg chg="undo custSel addSld delSld modSld sldOrd">
      <pc:chgData name="Barak Telem" userId="d0a7f981-39a6-47ea-b324-5cf2fd258e29" providerId="ADAL" clId="{567EB390-9C4D-4B7A-B7CE-EE18F96FBDC9}" dt="2026-01-25T18:07:37.151" v="1308" actId="20577"/>
      <pc:docMkLst>
        <pc:docMk/>
      </pc:docMkLst>
      <pc:sldChg chg="addSp modSp new mod">
        <pc:chgData name="Barak Telem" userId="d0a7f981-39a6-47ea-b324-5cf2fd258e29" providerId="ADAL" clId="{567EB390-9C4D-4B7A-B7CE-EE18F96FBDC9}" dt="2026-01-25T17:27:58.327" v="1217" actId="20577"/>
        <pc:sldMkLst>
          <pc:docMk/>
          <pc:sldMk cId="89434305" sldId="256"/>
        </pc:sldMkLst>
        <pc:spChg chg="mod">
          <ac:chgData name="Barak Telem" userId="d0a7f981-39a6-47ea-b324-5cf2fd258e29" providerId="ADAL" clId="{567EB390-9C4D-4B7A-B7CE-EE18F96FBDC9}" dt="2026-01-25T17:27:58.327" v="1217" actId="20577"/>
          <ac:spMkLst>
            <pc:docMk/>
            <pc:sldMk cId="89434305" sldId="256"/>
            <ac:spMk id="2" creationId="{C09FD060-1F70-91D5-40FB-F08DCA1C454E}"/>
          </ac:spMkLst>
        </pc:spChg>
        <pc:spChg chg="mod">
          <ac:chgData name="Barak Telem" userId="d0a7f981-39a6-47ea-b324-5cf2fd258e29" providerId="ADAL" clId="{567EB390-9C4D-4B7A-B7CE-EE18F96FBDC9}" dt="2026-01-25T15:17:50.916" v="1184" actId="1076"/>
          <ac:spMkLst>
            <pc:docMk/>
            <pc:sldMk cId="89434305" sldId="256"/>
            <ac:spMk id="3" creationId="{FEEE7B36-57C3-71CC-F559-494D19C0C067}"/>
          </ac:spMkLst>
        </pc:spChg>
        <pc:spChg chg="add mod">
          <ac:chgData name="Barak Telem" userId="d0a7f981-39a6-47ea-b324-5cf2fd258e29" providerId="ADAL" clId="{567EB390-9C4D-4B7A-B7CE-EE18F96FBDC9}" dt="2026-01-25T15:17:48.123" v="1183" actId="1076"/>
          <ac:spMkLst>
            <pc:docMk/>
            <pc:sldMk cId="89434305" sldId="256"/>
            <ac:spMk id="4" creationId="{5039BA16-7046-2D33-45C3-8487B656937B}"/>
          </ac:spMkLst>
        </pc:spChg>
      </pc:sldChg>
      <pc:sldChg chg="modSp new mod">
        <pc:chgData name="Barak Telem" userId="d0a7f981-39a6-47ea-b324-5cf2fd258e29" providerId="ADAL" clId="{567EB390-9C4D-4B7A-B7CE-EE18F96FBDC9}" dt="2026-01-25T18:05:50.805" v="1299" actId="20577"/>
        <pc:sldMkLst>
          <pc:docMk/>
          <pc:sldMk cId="2834075261" sldId="257"/>
        </pc:sldMkLst>
        <pc:spChg chg="mod">
          <ac:chgData name="Barak Telem" userId="d0a7f981-39a6-47ea-b324-5cf2fd258e29" providerId="ADAL" clId="{567EB390-9C4D-4B7A-B7CE-EE18F96FBDC9}" dt="2026-01-25T13:10:07.761" v="141"/>
          <ac:spMkLst>
            <pc:docMk/>
            <pc:sldMk cId="2834075261" sldId="257"/>
            <ac:spMk id="2" creationId="{581AD250-5FD0-40E5-D6AA-DDA4027E0AB9}"/>
          </ac:spMkLst>
        </pc:spChg>
        <pc:spChg chg="mod">
          <ac:chgData name="Barak Telem" userId="d0a7f981-39a6-47ea-b324-5cf2fd258e29" providerId="ADAL" clId="{567EB390-9C4D-4B7A-B7CE-EE18F96FBDC9}" dt="2026-01-25T18:05:50.805" v="1299" actId="20577"/>
          <ac:spMkLst>
            <pc:docMk/>
            <pc:sldMk cId="2834075261" sldId="257"/>
            <ac:spMk id="3" creationId="{067B766B-F3EB-1E49-6CDF-7F5C3AF37658}"/>
          </ac:spMkLst>
        </pc:spChg>
      </pc:sldChg>
      <pc:sldChg chg="addSp delSp modSp new mod setBg modShow">
        <pc:chgData name="Barak Telem" userId="d0a7f981-39a6-47ea-b324-5cf2fd258e29" providerId="ADAL" clId="{567EB390-9C4D-4B7A-B7CE-EE18F96FBDC9}" dt="2026-01-25T17:58:51.809" v="1284" actId="729"/>
        <pc:sldMkLst>
          <pc:docMk/>
          <pc:sldMk cId="3247178532" sldId="258"/>
        </pc:sldMkLst>
        <pc:spChg chg="mod">
          <ac:chgData name="Barak Telem" userId="d0a7f981-39a6-47ea-b324-5cf2fd258e29" providerId="ADAL" clId="{567EB390-9C4D-4B7A-B7CE-EE18F96FBDC9}" dt="2026-01-25T14:51:01.990" v="657" actId="26606"/>
          <ac:spMkLst>
            <pc:docMk/>
            <pc:sldMk cId="3247178532" sldId="258"/>
            <ac:spMk id="2" creationId="{CC18165E-0C5B-301F-4E0B-8EE763135294}"/>
          </ac:spMkLst>
        </pc:spChg>
        <pc:spChg chg="add del mod">
          <ac:chgData name="Barak Telem" userId="d0a7f981-39a6-47ea-b324-5cf2fd258e29" providerId="ADAL" clId="{567EB390-9C4D-4B7A-B7CE-EE18F96FBDC9}" dt="2026-01-25T15:01:46.391" v="724" actId="313"/>
          <ac:spMkLst>
            <pc:docMk/>
            <pc:sldMk cId="3247178532" sldId="258"/>
            <ac:spMk id="3" creationId="{E8767174-3013-FE19-007D-048D988C66CF}"/>
          </ac:spMkLst>
        </pc:spChg>
        <pc:spChg chg="add">
          <ac:chgData name="Barak Telem" userId="d0a7f981-39a6-47ea-b324-5cf2fd258e29" providerId="ADAL" clId="{567EB390-9C4D-4B7A-B7CE-EE18F96FBDC9}" dt="2026-01-25T14:48:53.084" v="644"/>
          <ac:spMkLst>
            <pc:docMk/>
            <pc:sldMk cId="3247178532" sldId="258"/>
            <ac:spMk id="4" creationId="{20BC5AD3-3C1C-4E67-5B90-E6D690ADD5DB}"/>
          </ac:spMkLst>
        </pc:spChg>
        <pc:spChg chg="add mod">
          <ac:chgData name="Barak Telem" userId="d0a7f981-39a6-47ea-b324-5cf2fd258e29" providerId="ADAL" clId="{567EB390-9C4D-4B7A-B7CE-EE18F96FBDC9}" dt="2026-01-25T14:49:02.908" v="647" actId="14100"/>
          <ac:spMkLst>
            <pc:docMk/>
            <pc:sldMk cId="3247178532" sldId="258"/>
            <ac:spMk id="5" creationId="{3AEF85D3-1508-D3D9-9CE0-5AAB50D5F1D7}"/>
          </ac:spMkLst>
        </pc:spChg>
        <pc:spChg chg="add mod">
          <ac:chgData name="Barak Telem" userId="d0a7f981-39a6-47ea-b324-5cf2fd258e29" providerId="ADAL" clId="{567EB390-9C4D-4B7A-B7CE-EE18F96FBDC9}" dt="2026-01-25T14:56:32.495" v="662"/>
          <ac:spMkLst>
            <pc:docMk/>
            <pc:sldMk cId="3247178532" sldId="258"/>
            <ac:spMk id="8" creationId="{1AF8960E-AF23-4664-567B-7258CC591497}"/>
          </ac:spMkLst>
        </pc:spChg>
        <pc:spChg chg="add del">
          <ac:chgData name="Barak Telem" userId="d0a7f981-39a6-47ea-b324-5cf2fd258e29" providerId="ADAL" clId="{567EB390-9C4D-4B7A-B7CE-EE18F96FBDC9}" dt="2026-01-25T14:47:03.998" v="642" actId="26606"/>
          <ac:spMkLst>
            <pc:docMk/>
            <pc:sldMk cId="3247178532" sldId="258"/>
            <ac:spMk id="1042" creationId="{190D4F95-AC40-4C7F-8794-DF2B6F75007C}"/>
          </ac:spMkLst>
        </pc:spChg>
        <pc:grpChg chg="add del">
          <ac:chgData name="Barak Telem" userId="d0a7f981-39a6-47ea-b324-5cf2fd258e29" providerId="ADAL" clId="{567EB390-9C4D-4B7A-B7CE-EE18F96FBDC9}" dt="2026-01-25T14:47:03.998" v="642" actId="26606"/>
          <ac:grpSpMkLst>
            <pc:docMk/>
            <pc:sldMk cId="3247178532" sldId="258"/>
            <ac:grpSpMk id="1033" creationId="{5E47C794-DD90-4D91-829F-2F92D74D4CF9}"/>
          </ac:grpSpMkLst>
        </pc:grpChg>
        <pc:picChg chg="add mod">
          <ac:chgData name="Barak Telem" userId="d0a7f981-39a6-47ea-b324-5cf2fd258e29" providerId="ADAL" clId="{567EB390-9C4D-4B7A-B7CE-EE18F96FBDC9}" dt="2026-01-25T17:57:15.771" v="1283" actId="1076"/>
          <ac:picMkLst>
            <pc:docMk/>
            <pc:sldMk cId="3247178532" sldId="258"/>
            <ac:picMk id="7" creationId="{F1B8FCB5-78FB-0D10-9FEE-E1AA8BE715C9}"/>
          </ac:picMkLst>
        </pc:picChg>
        <pc:picChg chg="add mod">
          <ac:chgData name="Barak Telem" userId="d0a7f981-39a6-47ea-b324-5cf2fd258e29" providerId="ADAL" clId="{567EB390-9C4D-4B7A-B7CE-EE18F96FBDC9}" dt="2026-01-25T14:17:09.862" v="599"/>
          <ac:picMkLst>
            <pc:docMk/>
            <pc:sldMk cId="3247178532" sldId="258"/>
            <ac:picMk id="1026" creationId="{20B714AA-1C93-DCA7-4DDD-9FC269D9B0A8}"/>
          </ac:picMkLst>
        </pc:picChg>
        <pc:picChg chg="add del mod">
          <ac:chgData name="Barak Telem" userId="d0a7f981-39a6-47ea-b324-5cf2fd258e29" providerId="ADAL" clId="{567EB390-9C4D-4B7A-B7CE-EE18F96FBDC9}" dt="2026-01-25T14:48:50.368" v="643" actId="478"/>
          <ac:picMkLst>
            <pc:docMk/>
            <pc:sldMk cId="3247178532" sldId="258"/>
            <ac:picMk id="1028" creationId="{188F1C80-E1E9-BB66-47FC-78046C7C18F6}"/>
          </ac:picMkLst>
        </pc:picChg>
      </pc:sldChg>
      <pc:sldChg chg="addSp delSp modSp new mod setBg">
        <pc:chgData name="Barak Telem" userId="d0a7f981-39a6-47ea-b324-5cf2fd258e29" providerId="ADAL" clId="{567EB390-9C4D-4B7A-B7CE-EE18F96FBDC9}" dt="2026-01-25T15:08:20.599" v="1033" actId="20577"/>
        <pc:sldMkLst>
          <pc:docMk/>
          <pc:sldMk cId="136178761" sldId="259"/>
        </pc:sldMkLst>
        <pc:spChg chg="mod">
          <ac:chgData name="Barak Telem" userId="d0a7f981-39a6-47ea-b324-5cf2fd258e29" providerId="ADAL" clId="{567EB390-9C4D-4B7A-B7CE-EE18F96FBDC9}" dt="2026-01-25T14:51:11.714" v="658" actId="26606"/>
          <ac:spMkLst>
            <pc:docMk/>
            <pc:sldMk cId="136178761" sldId="259"/>
            <ac:spMk id="2" creationId="{91DAE8B7-3097-B190-11C1-E5B0BBDE4405}"/>
          </ac:spMkLst>
        </pc:spChg>
        <pc:spChg chg="mod">
          <ac:chgData name="Barak Telem" userId="d0a7f981-39a6-47ea-b324-5cf2fd258e29" providerId="ADAL" clId="{567EB390-9C4D-4B7A-B7CE-EE18F96FBDC9}" dt="2026-01-25T15:08:20.599" v="1033" actId="20577"/>
          <ac:spMkLst>
            <pc:docMk/>
            <pc:sldMk cId="136178761" sldId="259"/>
            <ac:spMk id="3" creationId="{0DE9AA84-5D7C-5466-3982-B71B1C19F86B}"/>
          </ac:spMkLst>
        </pc:spChg>
        <pc:spChg chg="add del">
          <ac:chgData name="Barak Telem" userId="d0a7f981-39a6-47ea-b324-5cf2fd258e29" providerId="ADAL" clId="{567EB390-9C4D-4B7A-B7CE-EE18F96FBDC9}" dt="2026-01-25T14:51:11.714" v="658" actId="26606"/>
          <ac:spMkLst>
            <pc:docMk/>
            <pc:sldMk cId="136178761" sldId="259"/>
            <ac:spMk id="2064" creationId="{190D4F95-AC40-4C7F-8794-DF2B6F75007C}"/>
          </ac:spMkLst>
        </pc:spChg>
        <pc:grpChg chg="add del">
          <ac:chgData name="Barak Telem" userId="d0a7f981-39a6-47ea-b324-5cf2fd258e29" providerId="ADAL" clId="{567EB390-9C4D-4B7A-B7CE-EE18F96FBDC9}" dt="2026-01-25T14:51:11.714" v="658" actId="26606"/>
          <ac:grpSpMkLst>
            <pc:docMk/>
            <pc:sldMk cId="136178761" sldId="259"/>
            <ac:grpSpMk id="2055" creationId="{5E47C794-DD90-4D91-829F-2F92D74D4CF9}"/>
          </ac:grpSpMkLst>
        </pc:grpChg>
        <pc:graphicFrameChg chg="add del mod modGraphic">
          <ac:chgData name="Barak Telem" userId="d0a7f981-39a6-47ea-b324-5cf2fd258e29" providerId="ADAL" clId="{567EB390-9C4D-4B7A-B7CE-EE18F96FBDC9}" dt="2026-01-25T15:08:06.537" v="1012" actId="478"/>
          <ac:graphicFrameMkLst>
            <pc:docMk/>
            <pc:sldMk cId="136178761" sldId="259"/>
            <ac:graphicFrameMk id="4" creationId="{5999A562-76B2-D7E4-B641-990C69F21B7B}"/>
          </ac:graphicFrameMkLst>
        </pc:graphicFrameChg>
        <pc:picChg chg="add mod">
          <ac:chgData name="Barak Telem" userId="d0a7f981-39a6-47ea-b324-5cf2fd258e29" providerId="ADAL" clId="{567EB390-9C4D-4B7A-B7CE-EE18F96FBDC9}" dt="2026-01-25T14:51:18.529" v="659" actId="14100"/>
          <ac:picMkLst>
            <pc:docMk/>
            <pc:sldMk cId="136178761" sldId="259"/>
            <ac:picMk id="2050" creationId="{8DC36367-3357-F5AB-2450-591E7C03D99A}"/>
          </ac:picMkLst>
        </pc:picChg>
      </pc:sldChg>
      <pc:sldChg chg="addSp delSp modSp new mod ord setBg">
        <pc:chgData name="Barak Telem" userId="d0a7f981-39a6-47ea-b324-5cf2fd258e29" providerId="ADAL" clId="{567EB390-9C4D-4B7A-B7CE-EE18F96FBDC9}" dt="2026-01-25T17:54:52.402" v="1281" actId="20577"/>
        <pc:sldMkLst>
          <pc:docMk/>
          <pc:sldMk cId="1186808268" sldId="260"/>
        </pc:sldMkLst>
        <pc:spChg chg="mod">
          <ac:chgData name="Barak Telem" userId="d0a7f981-39a6-47ea-b324-5cf2fd258e29" providerId="ADAL" clId="{567EB390-9C4D-4B7A-B7CE-EE18F96FBDC9}" dt="2026-01-25T15:15:07.441" v="1103" actId="26606"/>
          <ac:spMkLst>
            <pc:docMk/>
            <pc:sldMk cId="1186808268" sldId="260"/>
            <ac:spMk id="2" creationId="{46C55C84-F40E-96EE-5928-52B66E9C7A6C}"/>
          </ac:spMkLst>
        </pc:spChg>
        <pc:spChg chg="mod">
          <ac:chgData name="Barak Telem" userId="d0a7f981-39a6-47ea-b324-5cf2fd258e29" providerId="ADAL" clId="{567EB390-9C4D-4B7A-B7CE-EE18F96FBDC9}" dt="2026-01-25T17:54:52.402" v="1281" actId="20577"/>
          <ac:spMkLst>
            <pc:docMk/>
            <pc:sldMk cId="1186808268" sldId="260"/>
            <ac:spMk id="3" creationId="{71F0F90E-B4B1-B685-B88E-61449F652595}"/>
          </ac:spMkLst>
        </pc:spChg>
        <pc:spChg chg="add del">
          <ac:chgData name="Barak Telem" userId="d0a7f981-39a6-47ea-b324-5cf2fd258e29" providerId="ADAL" clId="{567EB390-9C4D-4B7A-B7CE-EE18F96FBDC9}" dt="2026-01-25T15:15:07.441" v="1103" actId="26606"/>
          <ac:spMkLst>
            <pc:docMk/>
            <pc:sldMk cId="1186808268" sldId="260"/>
            <ac:spMk id="3088" creationId="{B5BA6DB3-F246-4306-AA4A-B2E8EF6D7B10}"/>
          </ac:spMkLst>
        </pc:spChg>
        <pc:grpChg chg="add del">
          <ac:chgData name="Barak Telem" userId="d0a7f981-39a6-47ea-b324-5cf2fd258e29" providerId="ADAL" clId="{567EB390-9C4D-4B7A-B7CE-EE18F96FBDC9}" dt="2026-01-25T15:15:07.441" v="1103" actId="26606"/>
          <ac:grpSpMkLst>
            <pc:docMk/>
            <pc:sldMk cId="1186808268" sldId="260"/>
            <ac:grpSpMk id="3079" creationId="{298B78F7-6841-4168-8538-3E26070861D3}"/>
          </ac:grpSpMkLst>
        </pc:grpChg>
        <pc:picChg chg="add mod">
          <ac:chgData name="Barak Telem" userId="d0a7f981-39a6-47ea-b324-5cf2fd258e29" providerId="ADAL" clId="{567EB390-9C4D-4B7A-B7CE-EE18F96FBDC9}" dt="2026-01-25T15:15:07.441" v="1103" actId="26606"/>
          <ac:picMkLst>
            <pc:docMk/>
            <pc:sldMk cId="1186808268" sldId="260"/>
            <ac:picMk id="3074" creationId="{D9171E65-FECC-40BF-A88E-87B98007EBFE}"/>
          </ac:picMkLst>
        </pc:picChg>
      </pc:sldChg>
      <pc:sldChg chg="addSp modSp new mod setBg">
        <pc:chgData name="Barak Telem" userId="d0a7f981-39a6-47ea-b324-5cf2fd258e29" providerId="ADAL" clId="{567EB390-9C4D-4B7A-B7CE-EE18F96FBDC9}" dt="2026-01-25T18:07:37.151" v="1308" actId="20577"/>
        <pc:sldMkLst>
          <pc:docMk/>
          <pc:sldMk cId="1111984434" sldId="261"/>
        </pc:sldMkLst>
        <pc:spChg chg="mod">
          <ac:chgData name="Barak Telem" userId="d0a7f981-39a6-47ea-b324-5cf2fd258e29" providerId="ADAL" clId="{567EB390-9C4D-4B7A-B7CE-EE18F96FBDC9}" dt="2026-01-25T18:07:21.707" v="1302" actId="26606"/>
          <ac:spMkLst>
            <pc:docMk/>
            <pc:sldMk cId="1111984434" sldId="261"/>
            <ac:spMk id="2" creationId="{8EB77429-ABC0-21F5-5DE3-AD07DDC623BB}"/>
          </ac:spMkLst>
        </pc:spChg>
        <pc:spChg chg="mod">
          <ac:chgData name="Barak Telem" userId="d0a7f981-39a6-47ea-b324-5cf2fd258e29" providerId="ADAL" clId="{567EB390-9C4D-4B7A-B7CE-EE18F96FBDC9}" dt="2026-01-25T18:07:37.151" v="1308" actId="20577"/>
          <ac:spMkLst>
            <pc:docMk/>
            <pc:sldMk cId="1111984434" sldId="261"/>
            <ac:spMk id="3" creationId="{71E25E80-BFE7-61BC-21A1-96BC4C782B44}"/>
          </ac:spMkLst>
        </pc:spChg>
        <pc:picChg chg="add mod">
          <ac:chgData name="Barak Telem" userId="d0a7f981-39a6-47ea-b324-5cf2fd258e29" providerId="ADAL" clId="{567EB390-9C4D-4B7A-B7CE-EE18F96FBDC9}" dt="2026-01-25T18:07:21.707" v="1302" actId="26606"/>
          <ac:picMkLst>
            <pc:docMk/>
            <pc:sldMk cId="1111984434" sldId="261"/>
            <ac:picMk id="4098" creationId="{EE562EC8-D365-10BD-F46D-44DB9C0C4B1D}"/>
          </ac:picMkLst>
        </pc:picChg>
      </pc:sldChg>
      <pc:sldChg chg="modSp new mod">
        <pc:chgData name="Barak Telem" userId="d0a7f981-39a6-47ea-b324-5cf2fd258e29" providerId="ADAL" clId="{567EB390-9C4D-4B7A-B7CE-EE18F96FBDC9}" dt="2026-01-25T18:05:32.902" v="1285" actId="21"/>
        <pc:sldMkLst>
          <pc:docMk/>
          <pc:sldMk cId="2646333239" sldId="262"/>
        </pc:sldMkLst>
        <pc:spChg chg="mod">
          <ac:chgData name="Barak Telem" userId="d0a7f981-39a6-47ea-b324-5cf2fd258e29" providerId="ADAL" clId="{567EB390-9C4D-4B7A-B7CE-EE18F96FBDC9}" dt="2026-01-25T13:20:15.263" v="363" actId="20577"/>
          <ac:spMkLst>
            <pc:docMk/>
            <pc:sldMk cId="2646333239" sldId="262"/>
            <ac:spMk id="2" creationId="{DEC6932D-F516-22DB-F3DB-02BA28225AEF}"/>
          </ac:spMkLst>
        </pc:spChg>
        <pc:spChg chg="mod">
          <ac:chgData name="Barak Telem" userId="d0a7f981-39a6-47ea-b324-5cf2fd258e29" providerId="ADAL" clId="{567EB390-9C4D-4B7A-B7CE-EE18F96FBDC9}" dt="2026-01-25T18:05:32.902" v="1285" actId="21"/>
          <ac:spMkLst>
            <pc:docMk/>
            <pc:sldMk cId="2646333239" sldId="262"/>
            <ac:spMk id="3" creationId="{67E2D688-B3BE-194B-2577-714FC13319CA}"/>
          </ac:spMkLst>
        </pc:spChg>
      </pc:sldChg>
      <pc:sldChg chg="modSp new mod">
        <pc:chgData name="Barak Telem" userId="d0a7f981-39a6-47ea-b324-5cf2fd258e29" providerId="ADAL" clId="{567EB390-9C4D-4B7A-B7CE-EE18F96FBDC9}" dt="2026-01-25T13:24:40.902" v="478" actId="20577"/>
        <pc:sldMkLst>
          <pc:docMk/>
          <pc:sldMk cId="858428132" sldId="263"/>
        </pc:sldMkLst>
        <pc:spChg chg="mod">
          <ac:chgData name="Barak Telem" userId="d0a7f981-39a6-47ea-b324-5cf2fd258e29" providerId="ADAL" clId="{567EB390-9C4D-4B7A-B7CE-EE18F96FBDC9}" dt="2026-01-25T13:24:40.902" v="478" actId="20577"/>
          <ac:spMkLst>
            <pc:docMk/>
            <pc:sldMk cId="858428132" sldId="263"/>
            <ac:spMk id="2" creationId="{011F2DFB-99E4-73CD-DE72-80212B9D1D06}"/>
          </ac:spMkLst>
        </pc:spChg>
      </pc:sldChg>
      <pc:sldChg chg="modSp new mod">
        <pc:chgData name="Barak Telem" userId="d0a7f981-39a6-47ea-b324-5cf2fd258e29" providerId="ADAL" clId="{567EB390-9C4D-4B7A-B7CE-EE18F96FBDC9}" dt="2026-01-25T13:22:20.706" v="457" actId="20577"/>
        <pc:sldMkLst>
          <pc:docMk/>
          <pc:sldMk cId="3496484671" sldId="264"/>
        </pc:sldMkLst>
        <pc:spChg chg="mod">
          <ac:chgData name="Barak Telem" userId="d0a7f981-39a6-47ea-b324-5cf2fd258e29" providerId="ADAL" clId="{567EB390-9C4D-4B7A-B7CE-EE18F96FBDC9}" dt="2026-01-25T13:22:20.706" v="457" actId="20577"/>
          <ac:spMkLst>
            <pc:docMk/>
            <pc:sldMk cId="3496484671" sldId="264"/>
            <ac:spMk id="2" creationId="{F76ECD10-BFF5-35E2-F8F5-91EBE8C0753D}"/>
          </ac:spMkLst>
        </pc:spChg>
      </pc:sldChg>
      <pc:sldChg chg="modSp new mod">
        <pc:chgData name="Barak Telem" userId="d0a7f981-39a6-47ea-b324-5cf2fd258e29" providerId="ADAL" clId="{567EB390-9C4D-4B7A-B7CE-EE18F96FBDC9}" dt="2026-01-25T13:34:12.279" v="558" actId="20577"/>
        <pc:sldMkLst>
          <pc:docMk/>
          <pc:sldMk cId="915998203" sldId="265"/>
        </pc:sldMkLst>
        <pc:spChg chg="mod">
          <ac:chgData name="Barak Telem" userId="d0a7f981-39a6-47ea-b324-5cf2fd258e29" providerId="ADAL" clId="{567EB390-9C4D-4B7A-B7CE-EE18F96FBDC9}" dt="2026-01-25T13:34:12.279" v="558" actId="20577"/>
          <ac:spMkLst>
            <pc:docMk/>
            <pc:sldMk cId="915998203" sldId="265"/>
            <ac:spMk id="2" creationId="{1135C27B-1BA5-9766-2A16-DDB32E3E565C}"/>
          </ac:spMkLst>
        </pc:spChg>
      </pc:sldChg>
      <pc:sldChg chg="modSp new mod">
        <pc:chgData name="Barak Telem" userId="d0a7f981-39a6-47ea-b324-5cf2fd258e29" providerId="ADAL" clId="{567EB390-9C4D-4B7A-B7CE-EE18F96FBDC9}" dt="2026-01-25T13:25:39.638" v="523" actId="20577"/>
        <pc:sldMkLst>
          <pc:docMk/>
          <pc:sldMk cId="1791042911" sldId="266"/>
        </pc:sldMkLst>
        <pc:spChg chg="mod">
          <ac:chgData name="Barak Telem" userId="d0a7f981-39a6-47ea-b324-5cf2fd258e29" providerId="ADAL" clId="{567EB390-9C4D-4B7A-B7CE-EE18F96FBDC9}" dt="2026-01-25T13:25:39.638" v="523" actId="20577"/>
          <ac:spMkLst>
            <pc:docMk/>
            <pc:sldMk cId="1791042911" sldId="266"/>
            <ac:spMk id="2" creationId="{5C6FEA68-3F3A-4FEC-F5DE-B16E5D54D24D}"/>
          </ac:spMkLst>
        </pc:spChg>
      </pc:sldChg>
      <pc:sldChg chg="modSp new del mod">
        <pc:chgData name="Barak Telem" userId="d0a7f981-39a6-47ea-b324-5cf2fd258e29" providerId="ADAL" clId="{567EB390-9C4D-4B7A-B7CE-EE18F96FBDC9}" dt="2026-01-25T17:54:22.137" v="1273" actId="2696"/>
        <pc:sldMkLst>
          <pc:docMk/>
          <pc:sldMk cId="2708036816" sldId="267"/>
        </pc:sldMkLst>
        <pc:spChg chg="mod">
          <ac:chgData name="Barak Telem" userId="d0a7f981-39a6-47ea-b324-5cf2fd258e29" providerId="ADAL" clId="{567EB390-9C4D-4B7A-B7CE-EE18F96FBDC9}" dt="2026-01-25T17:28:26.185" v="1220" actId="404"/>
          <ac:spMkLst>
            <pc:docMk/>
            <pc:sldMk cId="2708036816" sldId="267"/>
            <ac:spMk id="2" creationId="{3DD6D0D6-22D3-B8D8-2349-2D06CE52814A}"/>
          </ac:spMkLst>
        </pc:spChg>
        <pc:spChg chg="mod">
          <ac:chgData name="Barak Telem" userId="d0a7f981-39a6-47ea-b324-5cf2fd258e29" providerId="ADAL" clId="{567EB390-9C4D-4B7A-B7CE-EE18F96FBDC9}" dt="2026-01-25T17:51:12.231" v="1272" actId="20577"/>
          <ac:spMkLst>
            <pc:docMk/>
            <pc:sldMk cId="2708036816" sldId="267"/>
            <ac:spMk id="3" creationId="{C662EB8A-BA16-672D-171B-6BBE6DEAA844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42C6FCE-D002-436D-8E55-A8FB05112A43}" type="datetimeFigureOut">
              <a:rPr lang="en-US" smtClean="0"/>
              <a:t>1/25/2026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AA00FFE-A4AB-4A46-BAB8-90238CCA276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64818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Adjustable Scale (Dilations):</a:t>
            </a: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Wavelets can be stretched or squeezed to detect features of any size—from fine edges to large structural shapes.</a:t>
            </a:r>
          </a:p>
          <a:p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Connection to Scattering: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This allows the network to separate signal components by frequency bands ($j$).</a:t>
            </a:r>
          </a:p>
          <a:p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Directional Sensitivity (Rotations):</a:t>
            </a: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Unlike standard pixels, image wavelets are parameterized by 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orientation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They can specifically detect vertical, horizontal, or diagonal edges.</a:t>
            </a:r>
          </a:p>
          <a:p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Connection to Scattering: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Scattering networks average over these rotations to achieve rotational invariance.</a:t>
            </a:r>
          </a:p>
          <a:p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Versatile Design (e.g., Morlet):</a:t>
            </a: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You can choose the wavelet shape that best fits your data (like 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Morlet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or Mexican Hat).</a:t>
            </a:r>
          </a:p>
          <a:p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Connection to Scattering: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Scattering typically uses 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Complex Morlet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wavelets because their "magnitude" (modulus) provides a smooth, stable envelope of the signal.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AA00FFE-A4AB-4A46-BAB8-90238CCA276E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892654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Convolve (Filter Bank):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Apply a fixed bank of wavelets (dilated and rotated) to the image to separate features by scale and orientation.</a:t>
            </a:r>
          </a:p>
          <a:p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Modulus (Non-Linearity):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Take the complex absolute value $|x|$ of the filtered response. This removes high-frequency phase oscillations, ensuring 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stability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Average (Pooling):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Smooth the result with a low-pass filter (scaling function). This makes the representation 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invariant to small shifts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(translation).</a:t>
            </a:r>
          </a:p>
          <a:p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Cascade: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Repeat these steps on the output to capture deeper, higher-order interactions (like "texture of texture").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AA00FFE-A4AB-4A46-BAB8-90238CCA276E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769456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oup 15"/>
          <p:cNvGrpSpPr/>
          <p:nvPr/>
        </p:nvGrpSpPr>
        <p:grpSpPr>
          <a:xfrm>
            <a:off x="0" y="-2373"/>
            <a:ext cx="12192000" cy="6867027"/>
            <a:chOff x="0" y="-2373"/>
            <a:chExt cx="12192000" cy="6867027"/>
          </a:xfrm>
        </p:grpSpPr>
        <p:sp>
          <p:nvSpPr>
            <p:cNvPr id="8" name="Rectangle 7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2000"/>
                    <a:hueMod val="108000"/>
                    <a:satMod val="164000"/>
                    <a:lumMod val="69000"/>
                  </a:schemeClr>
                  <a:schemeClr val="dk2">
                    <a:tint val="96000"/>
                    <a:hueMod val="90000"/>
                    <a:satMod val="130000"/>
                    <a:lumMod val="134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1" name="Oval 10"/>
            <p:cNvSpPr/>
            <p:nvPr/>
          </p:nvSpPr>
          <p:spPr>
            <a:xfrm>
              <a:off x="322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bg2">
                    <a:lumMod val="40000"/>
                    <a:lumOff val="60000"/>
                    <a:alpha val="11000"/>
                  </a:schemeClr>
                </a:gs>
                <a:gs pos="75000">
                  <a:schemeClr val="bg2">
                    <a:lumMod val="40000"/>
                    <a:lumOff val="60000"/>
                    <a:alpha val="0"/>
                  </a:schemeClr>
                </a:gs>
                <a:gs pos="36000">
                  <a:schemeClr val="bg2">
                    <a:lumMod val="40000"/>
                    <a:lumOff val="60000"/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2" name="Oval 11"/>
            <p:cNvSpPr/>
            <p:nvPr/>
          </p:nvSpPr>
          <p:spPr>
            <a:xfrm>
              <a:off x="175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bg2">
                    <a:lumMod val="40000"/>
                    <a:lumOff val="60000"/>
                    <a:alpha val="8000"/>
                  </a:schemeClr>
                </a:gs>
                <a:gs pos="72000">
                  <a:schemeClr val="bg2">
                    <a:lumMod val="40000"/>
                    <a:lumOff val="60000"/>
                    <a:alpha val="0"/>
                  </a:schemeClr>
                </a:gs>
                <a:gs pos="36000">
                  <a:schemeClr val="bg2">
                    <a:lumMod val="40000"/>
                    <a:lumOff val="60000"/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3" name="Oval 12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bg2">
                    <a:lumMod val="40000"/>
                    <a:lumOff val="60000"/>
                    <a:alpha val="7000"/>
                  </a:schemeClr>
                </a:gs>
                <a:gs pos="69000">
                  <a:schemeClr val="bg2">
                    <a:lumMod val="40000"/>
                    <a:lumOff val="60000"/>
                    <a:alpha val="0"/>
                  </a:schemeClr>
                </a:gs>
                <a:gs pos="36000">
                  <a:schemeClr val="bg2">
                    <a:lumMod val="40000"/>
                    <a:lumOff val="60000"/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4" name="Oval 13"/>
            <p:cNvSpPr/>
            <p:nvPr/>
          </p:nvSpPr>
          <p:spPr>
            <a:xfrm>
              <a:off x="7999412" y="-2373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bg2">
                    <a:lumMod val="40000"/>
                    <a:lumOff val="60000"/>
                    <a:alpha val="14000"/>
                  </a:schemeClr>
                </a:gs>
                <a:gs pos="73000">
                  <a:schemeClr val="bg2">
                    <a:lumMod val="40000"/>
                    <a:lumOff val="60000"/>
                    <a:alpha val="0"/>
                  </a:schemeClr>
                </a:gs>
                <a:gs pos="36000">
                  <a:schemeClr val="bg2">
                    <a:lumMod val="40000"/>
                    <a:lumOff val="60000"/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5" name="Oval 14"/>
            <p:cNvSpPr/>
            <p:nvPr/>
          </p:nvSpPr>
          <p:spPr>
            <a:xfrm>
              <a:off x="8609012" y="5874054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bg2">
                    <a:lumMod val="40000"/>
                    <a:lumOff val="60000"/>
                    <a:alpha val="14000"/>
                  </a:schemeClr>
                </a:gs>
                <a:gs pos="66000">
                  <a:schemeClr val="bg2">
                    <a:lumMod val="40000"/>
                    <a:lumOff val="60000"/>
                    <a:alpha val="0"/>
                  </a:schemeClr>
                </a:gs>
                <a:gs pos="36000">
                  <a:schemeClr val="bg2">
                    <a:lumMod val="40000"/>
                    <a:lumOff val="60000"/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9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2099733"/>
            <a:ext cx="8825658" cy="2677648"/>
          </a:xfrm>
        </p:spPr>
        <p:txBody>
          <a:bodyPr anchor="b"/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accent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 rot="5400000">
            <a:off x="10089390" y="1792223"/>
            <a:ext cx="990599" cy="304799"/>
          </a:xfrm>
        </p:spPr>
        <p:txBody>
          <a:bodyPr anchor="t"/>
          <a:lstStyle>
            <a:lvl1pPr algn="l">
              <a:defRPr b="0" i="0">
                <a:solidFill>
                  <a:schemeClr val="bg1"/>
                </a:solidFill>
              </a:defRPr>
            </a:lvl1pPr>
          </a:lstStyle>
          <a:p>
            <a:fld id="{28BFC830-6E14-483E-88F0-DC4B9462840F}" type="datetimeFigureOut">
              <a:rPr lang="en-US" smtClean="0"/>
              <a:t>1/25/2026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 rot="5400000">
            <a:off x="8959592" y="3226820"/>
            <a:ext cx="3859795" cy="304801"/>
          </a:xfrm>
        </p:spPr>
        <p:txBody>
          <a:bodyPr/>
          <a:lstStyle>
            <a:lvl1pPr>
              <a:defRPr b="0" i="0">
                <a:solidFill>
                  <a:schemeClr val="bg1"/>
                </a:solidFill>
              </a:defRPr>
            </a:lvl1pPr>
          </a:lstStyle>
          <a:p>
            <a:endParaRPr lang="en-US"/>
          </a:p>
        </p:txBody>
      </p:sp>
      <p:sp>
        <p:nvSpPr>
          <p:cNvPr id="10" name="Rectangle 9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351008" y="292608"/>
            <a:ext cx="838199" cy="767687"/>
          </a:xfrm>
        </p:spPr>
        <p:txBody>
          <a:bodyPr/>
          <a:lstStyle>
            <a:lvl1pPr>
              <a:defRPr sz="2800" b="0" i="0">
                <a:latin typeface="+mj-lt"/>
              </a:defRPr>
            </a:lvl1pPr>
          </a:lstStyle>
          <a:p>
            <a:fld id="{037B73F9-6A56-4B74-BD80-7793E6FD08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92551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BFC830-6E14-483E-88F0-DC4B9462840F}" type="datetimeFigureOut">
              <a:rPr lang="en-US" smtClean="0"/>
              <a:t>1/25/2026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7B73F9-6A56-4B74-BD80-7793E6FD08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75299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oup 12"/>
          <p:cNvGrpSpPr/>
          <p:nvPr/>
        </p:nvGrpSpPr>
        <p:grpSpPr>
          <a:xfrm>
            <a:off x="0" y="-2373"/>
            <a:ext cx="12192000" cy="6867027"/>
            <a:chOff x="0" y="-2373"/>
            <a:chExt cx="12192000" cy="6867027"/>
          </a:xfrm>
        </p:grpSpPr>
        <p:sp>
          <p:nvSpPr>
            <p:cNvPr id="11" name="Rectangle 10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2000"/>
                    <a:hueMod val="108000"/>
                    <a:satMod val="164000"/>
                    <a:lumMod val="69000"/>
                  </a:schemeClr>
                  <a:schemeClr val="dk2">
                    <a:tint val="96000"/>
                    <a:hueMod val="90000"/>
                    <a:satMod val="130000"/>
                    <a:lumMod val="134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4" name="Oval 13"/>
            <p:cNvSpPr/>
            <p:nvPr/>
          </p:nvSpPr>
          <p:spPr>
            <a:xfrm>
              <a:off x="322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bg2">
                    <a:lumMod val="40000"/>
                    <a:lumOff val="60000"/>
                    <a:alpha val="11000"/>
                  </a:schemeClr>
                </a:gs>
                <a:gs pos="75000">
                  <a:schemeClr val="bg2">
                    <a:lumMod val="40000"/>
                    <a:lumOff val="60000"/>
                    <a:alpha val="0"/>
                  </a:schemeClr>
                </a:gs>
                <a:gs pos="36000">
                  <a:schemeClr val="bg2">
                    <a:lumMod val="40000"/>
                    <a:lumOff val="60000"/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175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bg2">
                    <a:lumMod val="40000"/>
                    <a:lumOff val="60000"/>
                    <a:alpha val="8000"/>
                  </a:schemeClr>
                </a:gs>
                <a:gs pos="72000">
                  <a:schemeClr val="bg2">
                    <a:lumMod val="40000"/>
                    <a:lumOff val="60000"/>
                    <a:alpha val="0"/>
                  </a:schemeClr>
                </a:gs>
                <a:gs pos="36000">
                  <a:schemeClr val="bg2">
                    <a:lumMod val="40000"/>
                    <a:lumOff val="60000"/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bg2">
                    <a:lumMod val="40000"/>
                    <a:lumOff val="60000"/>
                    <a:alpha val="7000"/>
                  </a:schemeClr>
                </a:gs>
                <a:gs pos="69000">
                  <a:schemeClr val="bg2">
                    <a:lumMod val="40000"/>
                    <a:lumOff val="60000"/>
                    <a:alpha val="0"/>
                  </a:schemeClr>
                </a:gs>
                <a:gs pos="36000">
                  <a:schemeClr val="bg2">
                    <a:lumMod val="40000"/>
                    <a:lumOff val="60000"/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7999412" y="-2373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bg2">
                    <a:lumMod val="40000"/>
                    <a:lumOff val="60000"/>
                    <a:alpha val="14000"/>
                  </a:schemeClr>
                </a:gs>
                <a:gs pos="73000">
                  <a:schemeClr val="bg2">
                    <a:lumMod val="40000"/>
                    <a:lumOff val="60000"/>
                    <a:alpha val="0"/>
                  </a:schemeClr>
                </a:gs>
                <a:gs pos="36000">
                  <a:schemeClr val="bg2">
                    <a:lumMod val="40000"/>
                    <a:lumOff val="60000"/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5874054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bg2">
                    <a:lumMod val="40000"/>
                    <a:lumOff val="60000"/>
                    <a:alpha val="14000"/>
                  </a:schemeClr>
                </a:gs>
                <a:gs pos="66000">
                  <a:schemeClr val="bg2">
                    <a:lumMod val="40000"/>
                    <a:lumOff val="60000"/>
                    <a:alpha val="0"/>
                  </a:schemeClr>
                </a:gs>
                <a:gs pos="36000">
                  <a:schemeClr val="bg2">
                    <a:lumMod val="40000"/>
                    <a:lumOff val="60000"/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7" name="Rectangle 6"/>
            <p:cNvSpPr/>
            <p:nvPr/>
          </p:nvSpPr>
          <p:spPr>
            <a:xfrm>
              <a:off x="7289800" y="402165"/>
              <a:ext cx="4478865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9" name="Freeform 5"/>
            <p:cNvSpPr/>
            <p:nvPr/>
          </p:nvSpPr>
          <p:spPr bwMode="gray">
            <a:xfrm rot="15922489">
              <a:off x="4698352" y="1826078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8" name="Freeform 5"/>
            <p:cNvSpPr/>
            <p:nvPr/>
          </p:nvSpPr>
          <p:spPr bwMode="gray">
            <a:xfrm rot="16200000">
              <a:off x="3787244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2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2677645"/>
            <a:ext cx="4351023" cy="2283824"/>
          </a:xfrm>
        </p:spPr>
        <p:txBody>
          <a:bodyPr anchor="ctr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95558" y="2677644"/>
            <a:ext cx="3755379" cy="2283823"/>
          </a:xfrm>
        </p:spPr>
        <p:txBody>
          <a:bodyPr anchor="ctr"/>
          <a:lstStyle>
            <a:lvl1pPr marL="0" indent="0" algn="l">
              <a:buNone/>
              <a:defRPr sz="2000" cap="all">
                <a:solidFill>
                  <a:schemeClr val="accent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BFC830-6E14-483E-88F0-DC4B9462840F}" type="datetimeFigureOut">
              <a:rPr lang="en-US" smtClean="0"/>
              <a:t>1/25/2026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5" name="Rectangle 14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7B73F9-6A56-4B74-BD80-7793E6FD08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842113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54954" y="2603500"/>
            <a:ext cx="4825158" cy="3416301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08712" y="2603500"/>
            <a:ext cx="4825159" cy="3416300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BFC830-6E14-483E-88F0-DC4B9462840F}" type="datetimeFigureOut">
              <a:rPr lang="en-US" smtClean="0"/>
              <a:t>1/25/2026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7B73F9-6A56-4B74-BD80-7793E6FD08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318689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2603500"/>
            <a:ext cx="4825157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54954" y="3179762"/>
            <a:ext cx="4825158" cy="2840039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08712" y="2603500"/>
            <a:ext cx="482515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08710" y="3179762"/>
            <a:ext cx="4825159" cy="2840039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BFC830-6E14-483E-88F0-DC4B9462840F}" type="datetimeFigureOut">
              <a:rPr lang="en-US" smtClean="0"/>
              <a:t>1/25/2026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7B73F9-6A56-4B74-BD80-7793E6FD08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3930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BFC830-6E14-483E-88F0-DC4B9462840F}" type="datetimeFigureOut">
              <a:rPr lang="en-US" smtClean="0"/>
              <a:t>1/25/2026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7B73F9-6A56-4B74-BD80-7793E6FD08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158267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BFC830-6E14-483E-88F0-DC4B9462840F}" type="datetimeFigureOut">
              <a:rPr lang="en-US" smtClean="0"/>
              <a:t>1/25/2026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7B73F9-6A56-4B74-BD80-7793E6FD08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640761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" name="Group 13"/>
          <p:cNvGrpSpPr/>
          <p:nvPr/>
        </p:nvGrpSpPr>
        <p:grpSpPr>
          <a:xfrm>
            <a:off x="0" y="-2373"/>
            <a:ext cx="12192000" cy="6867027"/>
            <a:chOff x="0" y="-2373"/>
            <a:chExt cx="12192000" cy="6867027"/>
          </a:xfrm>
        </p:grpSpPr>
        <p:sp>
          <p:nvSpPr>
            <p:cNvPr id="12" name="Rectangle 11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2000"/>
                    <a:hueMod val="108000"/>
                    <a:satMod val="164000"/>
                    <a:lumMod val="69000"/>
                  </a:schemeClr>
                  <a:schemeClr val="dk2">
                    <a:tint val="96000"/>
                    <a:hueMod val="90000"/>
                    <a:satMod val="130000"/>
                    <a:lumMod val="134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322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bg2">
                    <a:lumMod val="40000"/>
                    <a:lumOff val="60000"/>
                    <a:alpha val="11000"/>
                  </a:schemeClr>
                </a:gs>
                <a:gs pos="75000">
                  <a:schemeClr val="bg2">
                    <a:lumMod val="40000"/>
                    <a:lumOff val="60000"/>
                    <a:alpha val="0"/>
                  </a:schemeClr>
                </a:gs>
                <a:gs pos="36000">
                  <a:schemeClr val="bg2">
                    <a:lumMod val="40000"/>
                    <a:lumOff val="60000"/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175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bg2">
                    <a:lumMod val="40000"/>
                    <a:lumOff val="60000"/>
                    <a:alpha val="8000"/>
                  </a:schemeClr>
                </a:gs>
                <a:gs pos="72000">
                  <a:schemeClr val="bg2">
                    <a:lumMod val="40000"/>
                    <a:lumOff val="60000"/>
                    <a:alpha val="0"/>
                  </a:schemeClr>
                </a:gs>
                <a:gs pos="36000">
                  <a:schemeClr val="bg2">
                    <a:lumMod val="40000"/>
                    <a:lumOff val="60000"/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bg2">
                    <a:lumMod val="40000"/>
                    <a:lumOff val="60000"/>
                    <a:alpha val="7000"/>
                  </a:schemeClr>
                </a:gs>
                <a:gs pos="69000">
                  <a:schemeClr val="bg2">
                    <a:lumMod val="40000"/>
                    <a:lumOff val="60000"/>
                    <a:alpha val="0"/>
                  </a:schemeClr>
                </a:gs>
                <a:gs pos="36000">
                  <a:schemeClr val="bg2">
                    <a:lumMod val="40000"/>
                    <a:lumOff val="60000"/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7999412" y="-2373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bg2">
                    <a:lumMod val="40000"/>
                    <a:lumOff val="60000"/>
                    <a:alpha val="14000"/>
                  </a:schemeClr>
                </a:gs>
                <a:gs pos="73000">
                  <a:schemeClr val="bg2">
                    <a:lumMod val="40000"/>
                    <a:lumOff val="60000"/>
                    <a:alpha val="0"/>
                  </a:schemeClr>
                </a:gs>
                <a:gs pos="36000">
                  <a:schemeClr val="bg2">
                    <a:lumMod val="40000"/>
                    <a:lumOff val="60000"/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5874054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bg2">
                    <a:lumMod val="40000"/>
                    <a:lumOff val="60000"/>
                    <a:alpha val="14000"/>
                  </a:schemeClr>
                </a:gs>
                <a:gs pos="66000">
                  <a:schemeClr val="bg2">
                    <a:lumMod val="40000"/>
                    <a:lumOff val="60000"/>
                    <a:alpha val="0"/>
                  </a:schemeClr>
                </a:gs>
                <a:gs pos="36000">
                  <a:schemeClr val="bg2">
                    <a:lumMod val="40000"/>
                    <a:lumOff val="60000"/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8" name="Rectangle 7"/>
            <p:cNvSpPr/>
            <p:nvPr/>
          </p:nvSpPr>
          <p:spPr>
            <a:xfrm>
              <a:off x="5713412" y="402165"/>
              <a:ext cx="6055253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0" name="Freeform 5"/>
            <p:cNvSpPr/>
            <p:nvPr/>
          </p:nvSpPr>
          <p:spPr bwMode="gray">
            <a:xfrm rot="15922489">
              <a:off x="3140485" y="1826078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9" name="Freeform 5"/>
            <p:cNvSpPr/>
            <p:nvPr/>
          </p:nvSpPr>
          <p:spPr bwMode="gray">
            <a:xfrm rot="16200000">
              <a:off x="2229377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3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295400"/>
            <a:ext cx="2793159" cy="16002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781146" y="1447800"/>
            <a:ext cx="5190065" cy="4572000"/>
          </a:xfrm>
        </p:spPr>
        <p:txBody>
          <a:bodyPr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 bwMode="gray">
          <a:xfrm>
            <a:off x="1154955" y="2895600"/>
            <a:ext cx="2793158" cy="3129279"/>
          </a:xfrm>
        </p:spPr>
        <p:txBody>
          <a:bodyPr/>
          <a:lstStyle>
            <a:lvl1pPr marL="0" indent="0">
              <a:buNone/>
              <a:defRPr sz="1400">
                <a:solidFill>
                  <a:schemeClr val="accent1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BFC830-6E14-483E-88F0-DC4B9462840F}" type="datetimeFigureOut">
              <a:rPr lang="en-US" smtClean="0"/>
              <a:t>1/25/2026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5" name="Rectangle 14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7B73F9-6A56-4B74-BD80-7793E6FD08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76835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Group 19"/>
          <p:cNvGrpSpPr/>
          <p:nvPr/>
        </p:nvGrpSpPr>
        <p:grpSpPr>
          <a:xfrm>
            <a:off x="0" y="-2373"/>
            <a:ext cx="12192000" cy="6867027"/>
            <a:chOff x="0" y="-2373"/>
            <a:chExt cx="12192000" cy="6867027"/>
          </a:xfrm>
        </p:grpSpPr>
        <p:sp>
          <p:nvSpPr>
            <p:cNvPr id="12" name="Rectangle 11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2000"/>
                    <a:hueMod val="108000"/>
                    <a:satMod val="164000"/>
                    <a:lumMod val="69000"/>
                  </a:schemeClr>
                  <a:schemeClr val="dk2">
                    <a:tint val="96000"/>
                    <a:hueMod val="90000"/>
                    <a:satMod val="130000"/>
                    <a:lumMod val="134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322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bg2">
                    <a:lumMod val="40000"/>
                    <a:lumOff val="60000"/>
                    <a:alpha val="11000"/>
                  </a:schemeClr>
                </a:gs>
                <a:gs pos="75000">
                  <a:schemeClr val="bg2">
                    <a:lumMod val="40000"/>
                    <a:lumOff val="60000"/>
                    <a:alpha val="0"/>
                  </a:schemeClr>
                </a:gs>
                <a:gs pos="36000">
                  <a:schemeClr val="bg2">
                    <a:lumMod val="40000"/>
                    <a:lumOff val="60000"/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175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bg2">
                    <a:lumMod val="40000"/>
                    <a:lumOff val="60000"/>
                    <a:alpha val="8000"/>
                  </a:schemeClr>
                </a:gs>
                <a:gs pos="72000">
                  <a:schemeClr val="bg2">
                    <a:lumMod val="40000"/>
                    <a:lumOff val="60000"/>
                    <a:alpha val="0"/>
                  </a:schemeClr>
                </a:gs>
                <a:gs pos="36000">
                  <a:schemeClr val="bg2">
                    <a:lumMod val="40000"/>
                    <a:lumOff val="60000"/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bg2">
                    <a:lumMod val="40000"/>
                    <a:lumOff val="60000"/>
                    <a:alpha val="7000"/>
                  </a:schemeClr>
                </a:gs>
                <a:gs pos="69000">
                  <a:schemeClr val="bg2">
                    <a:lumMod val="40000"/>
                    <a:lumOff val="60000"/>
                    <a:alpha val="0"/>
                  </a:schemeClr>
                </a:gs>
                <a:gs pos="36000">
                  <a:schemeClr val="bg2">
                    <a:lumMod val="40000"/>
                    <a:lumOff val="60000"/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7999412" y="-2373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bg2">
                    <a:lumMod val="40000"/>
                    <a:lumOff val="60000"/>
                    <a:alpha val="14000"/>
                  </a:schemeClr>
                </a:gs>
                <a:gs pos="73000">
                  <a:schemeClr val="bg2">
                    <a:lumMod val="40000"/>
                    <a:lumOff val="60000"/>
                    <a:alpha val="0"/>
                  </a:schemeClr>
                </a:gs>
                <a:gs pos="36000">
                  <a:schemeClr val="bg2">
                    <a:lumMod val="40000"/>
                    <a:lumOff val="60000"/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5874054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bg2">
                    <a:lumMod val="40000"/>
                    <a:lumOff val="60000"/>
                    <a:alpha val="14000"/>
                  </a:schemeClr>
                </a:gs>
                <a:gs pos="66000">
                  <a:schemeClr val="bg2">
                    <a:lumMod val="40000"/>
                    <a:lumOff val="60000"/>
                    <a:alpha val="0"/>
                  </a:schemeClr>
                </a:gs>
                <a:gs pos="36000">
                  <a:schemeClr val="bg2">
                    <a:lumMod val="40000"/>
                    <a:lumOff val="60000"/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8" name="Rectangle 7"/>
            <p:cNvSpPr/>
            <p:nvPr/>
          </p:nvSpPr>
          <p:spPr>
            <a:xfrm>
              <a:off x="6172200" y="402165"/>
              <a:ext cx="5596465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9" name="Freeform 5"/>
            <p:cNvSpPr/>
            <p:nvPr/>
          </p:nvSpPr>
          <p:spPr bwMode="gray">
            <a:xfrm rot="16200000">
              <a:off x="3295432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0" name="Freeform 5"/>
            <p:cNvSpPr/>
            <p:nvPr/>
          </p:nvSpPr>
          <p:spPr bwMode="gray">
            <a:xfrm rot="15922489">
              <a:off x="4203594" y="1826078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3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3907" y="1693332"/>
            <a:ext cx="3860260" cy="1735668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547870" y="1143000"/>
            <a:ext cx="3227193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 bwMode="gray">
          <a:xfrm>
            <a:off x="1154955" y="3657600"/>
            <a:ext cx="3859212" cy="1371600"/>
          </a:xfrm>
        </p:spPr>
        <p:txBody>
          <a:bodyPr>
            <a:normAutofit/>
          </a:bodyPr>
          <a:lstStyle>
            <a:lvl1pPr marL="0" indent="0">
              <a:buNone/>
              <a:defRPr sz="1400">
                <a:solidFill>
                  <a:schemeClr val="accent1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BFC830-6E14-483E-88F0-DC4B9462840F}" type="datetimeFigureOut">
              <a:rPr lang="en-US" smtClean="0"/>
              <a:t>1/25/2026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7B73F9-6A56-4B74-BD80-7793E6FD08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525304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Group 18"/>
          <p:cNvGrpSpPr/>
          <p:nvPr/>
        </p:nvGrpSpPr>
        <p:grpSpPr>
          <a:xfrm>
            <a:off x="0" y="-2373"/>
            <a:ext cx="12192000" cy="6867027"/>
            <a:chOff x="0" y="-2373"/>
            <a:chExt cx="12192000" cy="6867027"/>
          </a:xfrm>
        </p:grpSpPr>
        <p:sp>
          <p:nvSpPr>
            <p:cNvPr id="11" name="Rectangle 10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2000"/>
                    <a:hueMod val="108000"/>
                    <a:satMod val="164000"/>
                    <a:lumMod val="69000"/>
                  </a:schemeClr>
                  <a:schemeClr val="dk2">
                    <a:tint val="96000"/>
                    <a:hueMod val="90000"/>
                    <a:satMod val="130000"/>
                    <a:lumMod val="134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4" name="Oval 13"/>
            <p:cNvSpPr/>
            <p:nvPr/>
          </p:nvSpPr>
          <p:spPr>
            <a:xfrm>
              <a:off x="322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bg2">
                    <a:lumMod val="40000"/>
                    <a:lumOff val="60000"/>
                    <a:alpha val="11000"/>
                  </a:schemeClr>
                </a:gs>
                <a:gs pos="75000">
                  <a:schemeClr val="bg2">
                    <a:lumMod val="40000"/>
                    <a:lumOff val="60000"/>
                    <a:alpha val="0"/>
                  </a:schemeClr>
                </a:gs>
                <a:gs pos="36000">
                  <a:schemeClr val="bg2">
                    <a:lumMod val="40000"/>
                    <a:lumOff val="60000"/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175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bg2">
                    <a:lumMod val="40000"/>
                    <a:lumOff val="60000"/>
                    <a:alpha val="8000"/>
                  </a:schemeClr>
                </a:gs>
                <a:gs pos="72000">
                  <a:schemeClr val="bg2">
                    <a:lumMod val="40000"/>
                    <a:lumOff val="60000"/>
                    <a:alpha val="0"/>
                  </a:schemeClr>
                </a:gs>
                <a:gs pos="36000">
                  <a:schemeClr val="bg2">
                    <a:lumMod val="40000"/>
                    <a:lumOff val="60000"/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bg2">
                    <a:lumMod val="40000"/>
                    <a:lumOff val="60000"/>
                    <a:alpha val="7000"/>
                  </a:schemeClr>
                </a:gs>
                <a:gs pos="69000">
                  <a:schemeClr val="bg2">
                    <a:lumMod val="40000"/>
                    <a:lumOff val="60000"/>
                    <a:alpha val="0"/>
                  </a:schemeClr>
                </a:gs>
                <a:gs pos="36000">
                  <a:schemeClr val="bg2">
                    <a:lumMod val="40000"/>
                    <a:lumOff val="60000"/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7999412" y="-2373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bg2">
                    <a:lumMod val="40000"/>
                    <a:lumOff val="60000"/>
                    <a:alpha val="14000"/>
                  </a:schemeClr>
                </a:gs>
                <a:gs pos="73000">
                  <a:schemeClr val="bg2">
                    <a:lumMod val="40000"/>
                    <a:lumOff val="60000"/>
                    <a:alpha val="0"/>
                  </a:schemeClr>
                </a:gs>
                <a:gs pos="36000">
                  <a:schemeClr val="bg2">
                    <a:lumMod val="40000"/>
                    <a:lumOff val="60000"/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8609012" y="5874054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bg2">
                    <a:lumMod val="40000"/>
                    <a:lumOff val="60000"/>
                    <a:alpha val="14000"/>
                  </a:schemeClr>
                </a:gs>
                <a:gs pos="66000">
                  <a:schemeClr val="bg2">
                    <a:lumMod val="40000"/>
                    <a:lumOff val="60000"/>
                    <a:alpha val="0"/>
                  </a:schemeClr>
                </a:gs>
                <a:gs pos="36000">
                  <a:schemeClr val="bg2">
                    <a:lumMod val="40000"/>
                    <a:lumOff val="60000"/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8" name="Freeform 5"/>
            <p:cNvSpPr/>
            <p:nvPr/>
          </p:nvSpPr>
          <p:spPr bwMode="gray">
            <a:xfrm rot="10371525">
              <a:off x="263767" y="4438254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9" name="Freeform 5"/>
            <p:cNvSpPr/>
            <p:nvPr/>
          </p:nvSpPr>
          <p:spPr bwMode="gray">
            <a:xfrm rot="10800000">
              <a:off x="459506" y="321130"/>
              <a:ext cx="11277600" cy="4533900"/>
            </a:xfrm>
            <a:custGeom>
              <a:avLst/>
              <a:gdLst/>
              <a:ahLst/>
              <a:cxnLst/>
              <a:rect l="0" t="0" r="r" b="b"/>
              <a:pathLst>
                <a:path w="7104" h="2856">
                  <a:moveTo>
                    <a:pt x="0" y="0"/>
                  </a:moveTo>
                  <a:lnTo>
                    <a:pt x="0" y="2856"/>
                  </a:lnTo>
                  <a:lnTo>
                    <a:pt x="7104" y="2856"/>
                  </a:lnTo>
                  <a:lnTo>
                    <a:pt x="7104" y="1"/>
                  </a:lnTo>
                  <a:lnTo>
                    <a:pt x="7104" y="1"/>
                  </a:lnTo>
                  <a:lnTo>
                    <a:pt x="6943" y="26"/>
                  </a:lnTo>
                  <a:lnTo>
                    <a:pt x="6782" y="50"/>
                  </a:lnTo>
                  <a:lnTo>
                    <a:pt x="6621" y="73"/>
                  </a:lnTo>
                  <a:lnTo>
                    <a:pt x="6459" y="93"/>
                  </a:lnTo>
                  <a:lnTo>
                    <a:pt x="6298" y="113"/>
                  </a:lnTo>
                  <a:lnTo>
                    <a:pt x="6136" y="132"/>
                  </a:lnTo>
                  <a:lnTo>
                    <a:pt x="5976" y="148"/>
                  </a:lnTo>
                  <a:lnTo>
                    <a:pt x="5814" y="163"/>
                  </a:lnTo>
                  <a:lnTo>
                    <a:pt x="5653" y="177"/>
                  </a:lnTo>
                  <a:lnTo>
                    <a:pt x="5494" y="189"/>
                  </a:lnTo>
                  <a:lnTo>
                    <a:pt x="5334" y="201"/>
                  </a:lnTo>
                  <a:lnTo>
                    <a:pt x="5175" y="211"/>
                  </a:lnTo>
                  <a:lnTo>
                    <a:pt x="5017" y="219"/>
                  </a:lnTo>
                  <a:lnTo>
                    <a:pt x="4859" y="227"/>
                  </a:lnTo>
                  <a:lnTo>
                    <a:pt x="4703" y="234"/>
                  </a:lnTo>
                  <a:lnTo>
                    <a:pt x="4548" y="239"/>
                  </a:lnTo>
                  <a:lnTo>
                    <a:pt x="4393" y="243"/>
                  </a:lnTo>
                  <a:lnTo>
                    <a:pt x="4240" y="247"/>
                  </a:lnTo>
                  <a:lnTo>
                    <a:pt x="4088" y="249"/>
                  </a:lnTo>
                  <a:lnTo>
                    <a:pt x="3937" y="251"/>
                  </a:lnTo>
                  <a:lnTo>
                    <a:pt x="3788" y="252"/>
                  </a:lnTo>
                  <a:lnTo>
                    <a:pt x="3640" y="251"/>
                  </a:lnTo>
                  <a:lnTo>
                    <a:pt x="3494" y="251"/>
                  </a:lnTo>
                  <a:lnTo>
                    <a:pt x="3349" y="249"/>
                  </a:lnTo>
                  <a:lnTo>
                    <a:pt x="3207" y="246"/>
                  </a:lnTo>
                  <a:lnTo>
                    <a:pt x="3066" y="243"/>
                  </a:lnTo>
                  <a:lnTo>
                    <a:pt x="2928" y="240"/>
                  </a:lnTo>
                  <a:lnTo>
                    <a:pt x="2791" y="235"/>
                  </a:lnTo>
                  <a:lnTo>
                    <a:pt x="2656" y="230"/>
                  </a:lnTo>
                  <a:lnTo>
                    <a:pt x="2524" y="225"/>
                  </a:lnTo>
                  <a:lnTo>
                    <a:pt x="2266" y="212"/>
                  </a:lnTo>
                  <a:lnTo>
                    <a:pt x="2019" y="198"/>
                  </a:lnTo>
                  <a:lnTo>
                    <a:pt x="1782" y="183"/>
                  </a:lnTo>
                  <a:lnTo>
                    <a:pt x="1557" y="167"/>
                  </a:lnTo>
                  <a:lnTo>
                    <a:pt x="1343" y="150"/>
                  </a:lnTo>
                  <a:lnTo>
                    <a:pt x="1144" y="132"/>
                  </a:lnTo>
                  <a:lnTo>
                    <a:pt x="957" y="114"/>
                  </a:lnTo>
                  <a:lnTo>
                    <a:pt x="785" y="96"/>
                  </a:lnTo>
                  <a:lnTo>
                    <a:pt x="627" y="79"/>
                  </a:lnTo>
                  <a:lnTo>
                    <a:pt x="487" y="63"/>
                  </a:lnTo>
                  <a:lnTo>
                    <a:pt x="361" y="48"/>
                  </a:lnTo>
                  <a:lnTo>
                    <a:pt x="254" y="35"/>
                  </a:lnTo>
                  <a:lnTo>
                    <a:pt x="165" y="23"/>
                  </a:lnTo>
                  <a:lnTo>
                    <a:pt x="42" y="6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2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4966674"/>
            <a:ext cx="882565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5" y="685800"/>
            <a:ext cx="8825658" cy="3429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 bwMode="gray">
          <a:xfrm>
            <a:off x="1154956" y="5536665"/>
            <a:ext cx="8825656" cy="493712"/>
          </a:xfrm>
        </p:spPr>
        <p:txBody>
          <a:bodyPr>
            <a:normAutofit/>
          </a:bodyPr>
          <a:lstStyle>
            <a:lvl1pPr marL="0" indent="0">
              <a:buNone/>
              <a:defRPr sz="1200">
                <a:solidFill>
                  <a:schemeClr val="accent1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BFC830-6E14-483E-88F0-DC4B9462840F}" type="datetimeFigureOut">
              <a:rPr lang="en-US" smtClean="0"/>
              <a:t>1/25/2026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3" name="Rectangle 12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7B73F9-6A56-4B74-BD80-7793E6FD08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317868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/>
          <p:cNvGrpSpPr/>
          <p:nvPr/>
        </p:nvGrpSpPr>
        <p:grpSpPr>
          <a:xfrm>
            <a:off x="0" y="-2373"/>
            <a:ext cx="12192000" cy="6867027"/>
            <a:chOff x="0" y="-2373"/>
            <a:chExt cx="12192000" cy="6867027"/>
          </a:xfrm>
        </p:grpSpPr>
        <p:sp>
          <p:nvSpPr>
            <p:cNvPr id="10" name="Rectangle 9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2000"/>
                    <a:hueMod val="108000"/>
                    <a:satMod val="164000"/>
                    <a:lumMod val="69000"/>
                  </a:schemeClr>
                  <a:schemeClr val="dk2">
                    <a:tint val="96000"/>
                    <a:hueMod val="90000"/>
                    <a:satMod val="130000"/>
                    <a:lumMod val="134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4" name="Oval 13"/>
            <p:cNvSpPr/>
            <p:nvPr/>
          </p:nvSpPr>
          <p:spPr>
            <a:xfrm>
              <a:off x="322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bg2">
                    <a:lumMod val="40000"/>
                    <a:lumOff val="60000"/>
                    <a:alpha val="11000"/>
                  </a:schemeClr>
                </a:gs>
                <a:gs pos="75000">
                  <a:schemeClr val="bg2">
                    <a:lumMod val="40000"/>
                    <a:lumOff val="60000"/>
                    <a:alpha val="0"/>
                  </a:schemeClr>
                </a:gs>
                <a:gs pos="36000">
                  <a:schemeClr val="bg2">
                    <a:lumMod val="40000"/>
                    <a:lumOff val="60000"/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175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bg2">
                    <a:lumMod val="40000"/>
                    <a:lumOff val="60000"/>
                    <a:alpha val="8000"/>
                  </a:schemeClr>
                </a:gs>
                <a:gs pos="72000">
                  <a:schemeClr val="bg2">
                    <a:lumMod val="40000"/>
                    <a:lumOff val="60000"/>
                    <a:alpha val="0"/>
                  </a:schemeClr>
                </a:gs>
                <a:gs pos="36000">
                  <a:schemeClr val="bg2">
                    <a:lumMod val="40000"/>
                    <a:lumOff val="60000"/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bg2">
                    <a:lumMod val="40000"/>
                    <a:lumOff val="60000"/>
                    <a:alpha val="7000"/>
                  </a:schemeClr>
                </a:gs>
                <a:gs pos="69000">
                  <a:schemeClr val="bg2">
                    <a:lumMod val="40000"/>
                    <a:lumOff val="60000"/>
                    <a:alpha val="0"/>
                  </a:schemeClr>
                </a:gs>
                <a:gs pos="36000">
                  <a:schemeClr val="bg2">
                    <a:lumMod val="40000"/>
                    <a:lumOff val="60000"/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7999412" y="-2373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bg2">
                    <a:lumMod val="40000"/>
                    <a:lumOff val="60000"/>
                    <a:alpha val="14000"/>
                  </a:schemeClr>
                </a:gs>
                <a:gs pos="73000">
                  <a:schemeClr val="bg2">
                    <a:lumMod val="40000"/>
                    <a:lumOff val="60000"/>
                    <a:alpha val="0"/>
                  </a:schemeClr>
                </a:gs>
                <a:gs pos="36000">
                  <a:schemeClr val="bg2">
                    <a:lumMod val="40000"/>
                    <a:lumOff val="60000"/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8609012" y="5874054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bg2">
                    <a:lumMod val="40000"/>
                    <a:lumOff val="60000"/>
                    <a:alpha val="14000"/>
                  </a:schemeClr>
                </a:gs>
                <a:gs pos="66000">
                  <a:schemeClr val="bg2">
                    <a:lumMod val="40000"/>
                    <a:lumOff val="60000"/>
                    <a:alpha val="0"/>
                  </a:schemeClr>
                </a:gs>
                <a:gs pos="36000">
                  <a:schemeClr val="bg2">
                    <a:lumMod val="40000"/>
                    <a:lumOff val="60000"/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9" name="Freeform 5"/>
            <p:cNvSpPr/>
            <p:nvPr/>
          </p:nvSpPr>
          <p:spPr bwMode="gray">
            <a:xfrm rot="21010068">
              <a:off x="8490951" y="2714874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7" name="Freeform 5"/>
            <p:cNvSpPr/>
            <p:nvPr/>
          </p:nvSpPr>
          <p:spPr bwMode="gray">
            <a:xfrm>
              <a:off x="455612" y="2801319"/>
              <a:ext cx="11277600" cy="3602637"/>
            </a:xfrm>
            <a:custGeom>
              <a:avLst/>
              <a:gdLst/>
              <a:ahLst/>
              <a:cxnLst/>
              <a:rect l="l" t="t" r="r" b="b"/>
              <a:pathLst>
                <a:path w="10000" h="7946">
                  <a:moveTo>
                    <a:pt x="0" y="0"/>
                  </a:moveTo>
                  <a:lnTo>
                    <a:pt x="0" y="7945"/>
                  </a:lnTo>
                  <a:lnTo>
                    <a:pt x="10000" y="7946"/>
                  </a:lnTo>
                  <a:lnTo>
                    <a:pt x="10000" y="4"/>
                  </a:lnTo>
                  <a:lnTo>
                    <a:pt x="10000" y="4"/>
                  </a:lnTo>
                  <a:lnTo>
                    <a:pt x="9773" y="91"/>
                  </a:lnTo>
                  <a:lnTo>
                    <a:pt x="9547" y="175"/>
                  </a:lnTo>
                  <a:lnTo>
                    <a:pt x="9320" y="256"/>
                  </a:lnTo>
                  <a:lnTo>
                    <a:pt x="9092" y="326"/>
                  </a:lnTo>
                  <a:lnTo>
                    <a:pt x="8865" y="396"/>
                  </a:lnTo>
                  <a:lnTo>
                    <a:pt x="8637" y="462"/>
                  </a:lnTo>
                  <a:lnTo>
                    <a:pt x="8412" y="518"/>
                  </a:lnTo>
                  <a:lnTo>
                    <a:pt x="8184" y="571"/>
                  </a:lnTo>
                  <a:lnTo>
                    <a:pt x="7957" y="620"/>
                  </a:lnTo>
                  <a:lnTo>
                    <a:pt x="7734" y="662"/>
                  </a:lnTo>
                  <a:lnTo>
                    <a:pt x="7508" y="704"/>
                  </a:lnTo>
                  <a:lnTo>
                    <a:pt x="7285" y="739"/>
                  </a:lnTo>
                  <a:lnTo>
                    <a:pt x="7062" y="767"/>
                  </a:lnTo>
                  <a:lnTo>
                    <a:pt x="6840" y="795"/>
                  </a:lnTo>
                  <a:lnTo>
                    <a:pt x="6620" y="819"/>
                  </a:lnTo>
                  <a:lnTo>
                    <a:pt x="6402" y="837"/>
                  </a:lnTo>
                  <a:lnTo>
                    <a:pt x="6184" y="851"/>
                  </a:lnTo>
                  <a:lnTo>
                    <a:pt x="5968" y="865"/>
                  </a:lnTo>
                  <a:lnTo>
                    <a:pt x="5755" y="872"/>
                  </a:lnTo>
                  <a:lnTo>
                    <a:pt x="5542" y="879"/>
                  </a:lnTo>
                  <a:lnTo>
                    <a:pt x="5332" y="882"/>
                  </a:lnTo>
                  <a:lnTo>
                    <a:pt x="5124" y="879"/>
                  </a:lnTo>
                  <a:lnTo>
                    <a:pt x="4918" y="879"/>
                  </a:lnTo>
                  <a:lnTo>
                    <a:pt x="4714" y="872"/>
                  </a:lnTo>
                  <a:lnTo>
                    <a:pt x="4514" y="861"/>
                  </a:lnTo>
                  <a:lnTo>
                    <a:pt x="4316" y="851"/>
                  </a:lnTo>
                  <a:lnTo>
                    <a:pt x="4122" y="840"/>
                  </a:lnTo>
                  <a:lnTo>
                    <a:pt x="3929" y="823"/>
                  </a:lnTo>
                  <a:lnTo>
                    <a:pt x="3739" y="805"/>
                  </a:lnTo>
                  <a:lnTo>
                    <a:pt x="3553" y="788"/>
                  </a:lnTo>
                  <a:lnTo>
                    <a:pt x="3190" y="742"/>
                  </a:lnTo>
                  <a:lnTo>
                    <a:pt x="2842" y="693"/>
                  </a:lnTo>
                  <a:lnTo>
                    <a:pt x="2508" y="641"/>
                  </a:lnTo>
                  <a:lnTo>
                    <a:pt x="2192" y="585"/>
                  </a:lnTo>
                  <a:lnTo>
                    <a:pt x="1890" y="525"/>
                  </a:lnTo>
                  <a:lnTo>
                    <a:pt x="1610" y="462"/>
                  </a:lnTo>
                  <a:lnTo>
                    <a:pt x="1347" y="399"/>
                  </a:lnTo>
                  <a:lnTo>
                    <a:pt x="1105" y="336"/>
                  </a:lnTo>
                  <a:lnTo>
                    <a:pt x="883" y="277"/>
                  </a:lnTo>
                  <a:lnTo>
                    <a:pt x="686" y="221"/>
                  </a:lnTo>
                  <a:lnTo>
                    <a:pt x="508" y="168"/>
                  </a:lnTo>
                  <a:lnTo>
                    <a:pt x="358" y="123"/>
                  </a:lnTo>
                  <a:lnTo>
                    <a:pt x="232" y="81"/>
                  </a:lnTo>
                  <a:lnTo>
                    <a:pt x="59" y="21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1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063416"/>
            <a:ext cx="8825659" cy="1379755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543300"/>
            <a:ext cx="8825659" cy="24765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BFC830-6E14-483E-88F0-DC4B9462840F}" type="datetimeFigureOut">
              <a:rPr lang="en-US" smtClean="0"/>
              <a:t>1/25/2026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3" name="Rectangle 12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7B73F9-6A56-4B74-BD80-7793E6FD08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319701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2373"/>
            <a:ext cx="12192000" cy="6867027"/>
            <a:chOff x="0" y="-2373"/>
            <a:chExt cx="12192000" cy="6867027"/>
          </a:xfrm>
        </p:grpSpPr>
        <p:sp>
          <p:nvSpPr>
            <p:cNvPr id="15" name="Rectangle 14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2000"/>
                    <a:hueMod val="108000"/>
                    <a:satMod val="164000"/>
                    <a:lumMod val="69000"/>
                  </a:schemeClr>
                  <a:schemeClr val="dk2">
                    <a:tint val="96000"/>
                    <a:hueMod val="90000"/>
                    <a:satMod val="130000"/>
                    <a:lumMod val="134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322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bg2">
                    <a:lumMod val="40000"/>
                    <a:lumOff val="60000"/>
                    <a:alpha val="11000"/>
                  </a:schemeClr>
                </a:gs>
                <a:gs pos="75000">
                  <a:schemeClr val="bg2">
                    <a:lumMod val="40000"/>
                    <a:lumOff val="60000"/>
                    <a:alpha val="0"/>
                  </a:schemeClr>
                </a:gs>
                <a:gs pos="36000">
                  <a:schemeClr val="bg2">
                    <a:lumMod val="40000"/>
                    <a:lumOff val="60000"/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175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bg2">
                    <a:lumMod val="40000"/>
                    <a:lumOff val="60000"/>
                    <a:alpha val="8000"/>
                  </a:schemeClr>
                </a:gs>
                <a:gs pos="72000">
                  <a:schemeClr val="bg2">
                    <a:lumMod val="40000"/>
                    <a:lumOff val="60000"/>
                    <a:alpha val="0"/>
                  </a:schemeClr>
                </a:gs>
                <a:gs pos="36000">
                  <a:schemeClr val="bg2">
                    <a:lumMod val="40000"/>
                    <a:lumOff val="60000"/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bg2">
                    <a:lumMod val="40000"/>
                    <a:lumOff val="60000"/>
                    <a:alpha val="7000"/>
                  </a:schemeClr>
                </a:gs>
                <a:gs pos="69000">
                  <a:schemeClr val="bg2">
                    <a:lumMod val="40000"/>
                    <a:lumOff val="60000"/>
                    <a:alpha val="0"/>
                  </a:schemeClr>
                </a:gs>
                <a:gs pos="36000">
                  <a:schemeClr val="bg2">
                    <a:lumMod val="40000"/>
                    <a:lumOff val="60000"/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7999412" y="-2373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bg2">
                    <a:lumMod val="40000"/>
                    <a:lumOff val="60000"/>
                    <a:alpha val="14000"/>
                  </a:schemeClr>
                </a:gs>
                <a:gs pos="73000">
                  <a:schemeClr val="bg2">
                    <a:lumMod val="40000"/>
                    <a:lumOff val="60000"/>
                    <a:alpha val="0"/>
                  </a:schemeClr>
                </a:gs>
                <a:gs pos="36000">
                  <a:schemeClr val="bg2">
                    <a:lumMod val="40000"/>
                    <a:lumOff val="60000"/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8609012" y="5874054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bg2">
                    <a:lumMod val="40000"/>
                    <a:lumOff val="60000"/>
                    <a:alpha val="14000"/>
                  </a:schemeClr>
                </a:gs>
                <a:gs pos="66000">
                  <a:schemeClr val="bg2">
                    <a:lumMod val="40000"/>
                    <a:lumOff val="60000"/>
                    <a:alpha val="0"/>
                  </a:schemeClr>
                </a:gs>
                <a:gs pos="36000">
                  <a:schemeClr val="bg2">
                    <a:lumMod val="40000"/>
                    <a:lumOff val="60000"/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Freeform 5"/>
            <p:cNvSpPr/>
            <p:nvPr/>
          </p:nvSpPr>
          <p:spPr bwMode="gray">
            <a:xfrm rot="21010068">
              <a:off x="8490951" y="4185117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24" name="Freeform 5"/>
            <p:cNvSpPr/>
            <p:nvPr/>
          </p:nvSpPr>
          <p:spPr bwMode="gray">
            <a:xfrm>
              <a:off x="455612" y="4241801"/>
              <a:ext cx="11277600" cy="2337161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6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13" name="TextBox 12"/>
          <p:cNvSpPr txBox="1"/>
          <p:nvPr/>
        </p:nvSpPr>
        <p:spPr>
          <a:xfrm>
            <a:off x="9719438" y="2631815"/>
            <a:ext cx="801912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accent1"/>
                </a:solidFill>
                <a:latin typeface="Arial"/>
                <a:cs typeface="Arial"/>
              </a:defRPr>
            </a:lvl1pPr>
          </a:lstStyle>
          <a:p>
            <a:pPr lvl="0"/>
            <a:r>
              <a:rPr lang="en-US" sz="9600" dirty="0"/>
              <a:t>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8295" y="591093"/>
            <a:ext cx="801912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accent1"/>
                </a:solidFill>
                <a:latin typeface="Arial"/>
                <a:cs typeface="Arial"/>
              </a:defRPr>
            </a:lvl1pPr>
          </a:lstStyle>
          <a:p>
            <a:pPr lvl="0"/>
            <a:r>
              <a:rPr lang="en-US" sz="9600" dirty="0"/>
              <a:t>“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81878" y="980517"/>
            <a:ext cx="8453906" cy="2698249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Text Placeholder 3"/>
          <p:cNvSpPr>
            <a:spLocks noGrp="1"/>
          </p:cNvSpPr>
          <p:nvPr>
            <p:ph type="body" sz="half" idx="13"/>
          </p:nvPr>
        </p:nvSpPr>
        <p:spPr bwMode="gray">
          <a:xfrm>
            <a:off x="1945945" y="3678766"/>
            <a:ext cx="7725772" cy="342174"/>
          </a:xfrm>
        </p:spPr>
        <p:txBody>
          <a:bodyPr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accent1"/>
                </a:solidFill>
                <a:latin typeface="+mn-lt"/>
                <a:ea typeface="+mn-ea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4350657"/>
            <a:ext cx="8825659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BFC830-6E14-483E-88F0-DC4B9462840F}" type="datetimeFigureOut">
              <a:rPr lang="en-US" smtClean="0"/>
              <a:t>1/25/2026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2" name="Rectangle 31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7B73F9-6A56-4B74-BD80-7793E6FD08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810585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Group 17"/>
          <p:cNvGrpSpPr/>
          <p:nvPr/>
        </p:nvGrpSpPr>
        <p:grpSpPr>
          <a:xfrm>
            <a:off x="0" y="-2373"/>
            <a:ext cx="12192000" cy="6867027"/>
            <a:chOff x="0" y="-2373"/>
            <a:chExt cx="12192000" cy="6867027"/>
          </a:xfrm>
        </p:grpSpPr>
        <p:sp>
          <p:nvSpPr>
            <p:cNvPr id="10" name="Rectangle 9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2000"/>
                    <a:hueMod val="108000"/>
                    <a:satMod val="164000"/>
                    <a:lumMod val="69000"/>
                  </a:schemeClr>
                  <a:schemeClr val="dk2">
                    <a:tint val="96000"/>
                    <a:hueMod val="90000"/>
                    <a:satMod val="130000"/>
                    <a:lumMod val="134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3" name="Oval 12"/>
            <p:cNvSpPr/>
            <p:nvPr/>
          </p:nvSpPr>
          <p:spPr>
            <a:xfrm>
              <a:off x="322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bg2">
                    <a:lumMod val="40000"/>
                    <a:lumOff val="60000"/>
                    <a:alpha val="11000"/>
                  </a:schemeClr>
                </a:gs>
                <a:gs pos="75000">
                  <a:schemeClr val="bg2">
                    <a:lumMod val="40000"/>
                    <a:lumOff val="60000"/>
                    <a:alpha val="0"/>
                  </a:schemeClr>
                </a:gs>
                <a:gs pos="36000">
                  <a:schemeClr val="bg2">
                    <a:lumMod val="40000"/>
                    <a:lumOff val="60000"/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4" name="Oval 13"/>
            <p:cNvSpPr/>
            <p:nvPr/>
          </p:nvSpPr>
          <p:spPr>
            <a:xfrm>
              <a:off x="175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bg2">
                    <a:lumMod val="40000"/>
                    <a:lumOff val="60000"/>
                    <a:alpha val="8000"/>
                  </a:schemeClr>
                </a:gs>
                <a:gs pos="72000">
                  <a:schemeClr val="bg2">
                    <a:lumMod val="40000"/>
                    <a:lumOff val="60000"/>
                    <a:alpha val="0"/>
                  </a:schemeClr>
                </a:gs>
                <a:gs pos="36000">
                  <a:schemeClr val="bg2">
                    <a:lumMod val="40000"/>
                    <a:lumOff val="60000"/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bg2">
                    <a:lumMod val="40000"/>
                    <a:lumOff val="60000"/>
                    <a:alpha val="7000"/>
                  </a:schemeClr>
                </a:gs>
                <a:gs pos="69000">
                  <a:schemeClr val="bg2">
                    <a:lumMod val="40000"/>
                    <a:lumOff val="60000"/>
                    <a:alpha val="0"/>
                  </a:schemeClr>
                </a:gs>
                <a:gs pos="36000">
                  <a:schemeClr val="bg2">
                    <a:lumMod val="40000"/>
                    <a:lumOff val="60000"/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7999412" y="-2373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bg2">
                    <a:lumMod val="40000"/>
                    <a:lumOff val="60000"/>
                    <a:alpha val="14000"/>
                  </a:schemeClr>
                </a:gs>
                <a:gs pos="73000">
                  <a:schemeClr val="bg2">
                    <a:lumMod val="40000"/>
                    <a:lumOff val="60000"/>
                    <a:alpha val="0"/>
                  </a:schemeClr>
                </a:gs>
                <a:gs pos="36000">
                  <a:schemeClr val="bg2">
                    <a:lumMod val="40000"/>
                    <a:lumOff val="60000"/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8609012" y="5874054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bg2">
                    <a:lumMod val="40000"/>
                    <a:lumOff val="60000"/>
                    <a:alpha val="14000"/>
                  </a:schemeClr>
                </a:gs>
                <a:gs pos="66000">
                  <a:schemeClr val="bg2">
                    <a:lumMod val="40000"/>
                    <a:lumOff val="60000"/>
                    <a:alpha val="0"/>
                  </a:schemeClr>
                </a:gs>
                <a:gs pos="36000">
                  <a:schemeClr val="bg2">
                    <a:lumMod val="40000"/>
                    <a:lumOff val="60000"/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7" name="Freeform 5"/>
            <p:cNvSpPr/>
            <p:nvPr/>
          </p:nvSpPr>
          <p:spPr bwMode="gray">
            <a:xfrm rot="21010068">
              <a:off x="8490951" y="4193583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8" name="Freeform 5"/>
            <p:cNvSpPr/>
            <p:nvPr/>
          </p:nvSpPr>
          <p:spPr bwMode="gray">
            <a:xfrm>
              <a:off x="455612" y="4241801"/>
              <a:ext cx="11277600" cy="2337161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1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2370667"/>
            <a:ext cx="8825660" cy="1822514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5033068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accent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BFC830-6E14-483E-88F0-DC4B9462840F}" type="datetimeFigureOut">
              <a:rPr lang="en-US" smtClean="0"/>
              <a:t>1/25/2026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2" name="Rectangle 11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7B73F9-6A56-4B74-BD80-7793E6FD08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522807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2617299"/>
            <a:ext cx="312916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54954" y="3193561"/>
            <a:ext cx="3129168" cy="283349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2721" y="2603502"/>
            <a:ext cx="314538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12721" y="3193561"/>
            <a:ext cx="3145380" cy="2833495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86700" y="2617299"/>
            <a:ext cx="3161029" cy="576261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86700" y="3193561"/>
            <a:ext cx="3164719" cy="283349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22" name="Straight Connector 21"/>
          <p:cNvCxnSpPr/>
          <p:nvPr/>
        </p:nvCxnSpPr>
        <p:spPr>
          <a:xfrm>
            <a:off x="4403971" y="2569633"/>
            <a:ext cx="0" cy="3492499"/>
          </a:xfrm>
          <a:prstGeom prst="line">
            <a:avLst/>
          </a:prstGeom>
          <a:ln w="12700" cmpd="sng">
            <a:solidFill>
              <a:schemeClr val="accent1">
                <a:alpha val="41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/>
          <p:cNvCxnSpPr/>
          <p:nvPr/>
        </p:nvCxnSpPr>
        <p:spPr>
          <a:xfrm>
            <a:off x="7772401" y="2569633"/>
            <a:ext cx="0" cy="3492499"/>
          </a:xfrm>
          <a:prstGeom prst="line">
            <a:avLst/>
          </a:prstGeom>
          <a:ln w="12700" cmpd="sng">
            <a:solidFill>
              <a:schemeClr val="accent1">
                <a:alpha val="41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BFC830-6E14-483E-88F0-DC4B9462840F}" type="datetimeFigureOut">
              <a:rPr lang="en-US" smtClean="0"/>
              <a:t>1/25/2026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7B73F9-6A56-4B74-BD80-7793E6FD08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756301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2" y="4532845"/>
            <a:ext cx="305043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334552" y="2603500"/>
            <a:ext cx="2691242" cy="159151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54953" y="5109107"/>
            <a:ext cx="3050437" cy="91794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72537" y="4532846"/>
            <a:ext cx="3046766" cy="651156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748463" y="2603500"/>
            <a:ext cx="2691241" cy="159151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4568865" y="5184002"/>
            <a:ext cx="3050438" cy="84305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83434" y="4532847"/>
            <a:ext cx="3050438" cy="651154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8163031" y="2603500"/>
            <a:ext cx="2691242" cy="159151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83434" y="5184001"/>
            <a:ext cx="3050437" cy="843054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4388153" y="2603500"/>
            <a:ext cx="0" cy="3517594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7801905" y="2603500"/>
            <a:ext cx="0" cy="3492500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BFC830-6E14-483E-88F0-DC4B9462840F}" type="datetimeFigureOut">
              <a:rPr lang="en-US" smtClean="0"/>
              <a:t>1/25/2026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7B73F9-6A56-4B74-BD80-7793E6FD08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534685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3" y="973668"/>
            <a:ext cx="8825660" cy="706964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BFC830-6E14-483E-88F0-DC4B9462840F}" type="datetimeFigureOut">
              <a:rPr lang="en-US" smtClean="0"/>
              <a:t>1/25/2026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7B73F9-6A56-4B74-BD80-7793E6FD08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031264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Group 18"/>
          <p:cNvGrpSpPr/>
          <p:nvPr/>
        </p:nvGrpSpPr>
        <p:grpSpPr>
          <a:xfrm>
            <a:off x="0" y="-2373"/>
            <a:ext cx="12192000" cy="6867027"/>
            <a:chOff x="0" y="-2373"/>
            <a:chExt cx="12192000" cy="6867027"/>
          </a:xfrm>
        </p:grpSpPr>
        <p:sp>
          <p:nvSpPr>
            <p:cNvPr id="11" name="Rectangle 10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2000"/>
                    <a:hueMod val="108000"/>
                    <a:satMod val="164000"/>
                    <a:lumMod val="69000"/>
                  </a:schemeClr>
                  <a:schemeClr val="dk2">
                    <a:tint val="96000"/>
                    <a:hueMod val="90000"/>
                    <a:satMod val="130000"/>
                    <a:lumMod val="134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4" name="Oval 13"/>
            <p:cNvSpPr/>
            <p:nvPr/>
          </p:nvSpPr>
          <p:spPr>
            <a:xfrm>
              <a:off x="322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bg2">
                    <a:lumMod val="40000"/>
                    <a:lumOff val="60000"/>
                    <a:alpha val="11000"/>
                  </a:schemeClr>
                </a:gs>
                <a:gs pos="75000">
                  <a:schemeClr val="bg2">
                    <a:lumMod val="40000"/>
                    <a:lumOff val="60000"/>
                    <a:alpha val="0"/>
                  </a:schemeClr>
                </a:gs>
                <a:gs pos="36000">
                  <a:schemeClr val="bg2">
                    <a:lumMod val="40000"/>
                    <a:lumOff val="60000"/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175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bg2">
                    <a:lumMod val="40000"/>
                    <a:lumOff val="60000"/>
                    <a:alpha val="8000"/>
                  </a:schemeClr>
                </a:gs>
                <a:gs pos="72000">
                  <a:schemeClr val="bg2">
                    <a:lumMod val="40000"/>
                    <a:lumOff val="60000"/>
                    <a:alpha val="0"/>
                  </a:schemeClr>
                </a:gs>
                <a:gs pos="36000">
                  <a:schemeClr val="bg2">
                    <a:lumMod val="40000"/>
                    <a:lumOff val="60000"/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bg2">
                    <a:lumMod val="40000"/>
                    <a:lumOff val="60000"/>
                    <a:alpha val="7000"/>
                  </a:schemeClr>
                </a:gs>
                <a:gs pos="69000">
                  <a:schemeClr val="bg2">
                    <a:lumMod val="40000"/>
                    <a:lumOff val="60000"/>
                    <a:alpha val="0"/>
                  </a:schemeClr>
                </a:gs>
                <a:gs pos="36000">
                  <a:schemeClr val="bg2">
                    <a:lumMod val="40000"/>
                    <a:lumOff val="60000"/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7999412" y="-2373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bg2">
                    <a:lumMod val="40000"/>
                    <a:lumOff val="60000"/>
                    <a:alpha val="14000"/>
                  </a:schemeClr>
                </a:gs>
                <a:gs pos="73000">
                  <a:schemeClr val="bg2">
                    <a:lumMod val="40000"/>
                    <a:lumOff val="60000"/>
                    <a:alpha val="0"/>
                  </a:schemeClr>
                </a:gs>
                <a:gs pos="36000">
                  <a:schemeClr val="bg2">
                    <a:lumMod val="40000"/>
                    <a:lumOff val="60000"/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8609012" y="5874054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bg2">
                    <a:lumMod val="40000"/>
                    <a:lumOff val="60000"/>
                    <a:alpha val="14000"/>
                  </a:schemeClr>
                </a:gs>
                <a:gs pos="66000">
                  <a:schemeClr val="bg2">
                    <a:lumMod val="40000"/>
                    <a:lumOff val="60000"/>
                    <a:alpha val="0"/>
                  </a:schemeClr>
                </a:gs>
                <a:gs pos="36000">
                  <a:schemeClr val="bg2">
                    <a:lumMod val="40000"/>
                    <a:lumOff val="60000"/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7" name="Freeform 5"/>
            <p:cNvSpPr/>
            <p:nvPr/>
          </p:nvSpPr>
          <p:spPr bwMode="gray">
            <a:xfrm rot="5101749">
              <a:off x="6294738" y="4577737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8" name="Rectangle 7"/>
            <p:cNvSpPr/>
            <p:nvPr/>
          </p:nvSpPr>
          <p:spPr>
            <a:xfrm>
              <a:off x="414867" y="402165"/>
              <a:ext cx="6510866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9" name="Freeform 5"/>
            <p:cNvSpPr/>
            <p:nvPr/>
          </p:nvSpPr>
          <p:spPr bwMode="gray">
            <a:xfrm rot="5400000">
              <a:off x="4449232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2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576756" y="1278468"/>
            <a:ext cx="1413933" cy="4748589"/>
          </a:xfrm>
        </p:spPr>
        <p:txBody>
          <a:bodyPr vert="eaVert" anchor="b" anchorCtr="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54954" y="1278468"/>
            <a:ext cx="6247546" cy="474859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BFC830-6E14-483E-88F0-DC4B9462840F}" type="datetimeFigureOut">
              <a:rPr lang="en-US" smtClean="0"/>
              <a:t>1/25/2026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3" name="Rectangle 12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7B73F9-6A56-4B74-BD80-7793E6FD08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412166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jpe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-2373"/>
            <a:ext cx="12192000" cy="6867027"/>
            <a:chOff x="0" y="-2373"/>
            <a:chExt cx="12192000" cy="6867027"/>
          </a:xfrm>
        </p:grpSpPr>
        <p:sp>
          <p:nvSpPr>
            <p:cNvPr id="26" name="Rectangle 25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19">
                <a:duotone>
                  <a:schemeClr val="dk2">
                    <a:shade val="62000"/>
                    <a:hueMod val="108000"/>
                    <a:satMod val="164000"/>
                    <a:lumMod val="69000"/>
                  </a:schemeClr>
                  <a:schemeClr val="dk2">
                    <a:tint val="96000"/>
                    <a:hueMod val="90000"/>
                    <a:satMod val="130000"/>
                    <a:lumMod val="134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5" name="Oval 14"/>
            <p:cNvSpPr/>
            <p:nvPr/>
          </p:nvSpPr>
          <p:spPr>
            <a:xfrm>
              <a:off x="322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bg2">
                    <a:lumMod val="40000"/>
                    <a:lumOff val="60000"/>
                    <a:alpha val="11000"/>
                  </a:schemeClr>
                </a:gs>
                <a:gs pos="75000">
                  <a:schemeClr val="bg2">
                    <a:lumMod val="40000"/>
                    <a:lumOff val="60000"/>
                    <a:alpha val="0"/>
                  </a:schemeClr>
                </a:gs>
                <a:gs pos="36000">
                  <a:schemeClr val="bg2">
                    <a:lumMod val="40000"/>
                    <a:lumOff val="60000"/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6" name="Oval 15"/>
            <p:cNvSpPr/>
            <p:nvPr/>
          </p:nvSpPr>
          <p:spPr>
            <a:xfrm>
              <a:off x="175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bg2">
                    <a:lumMod val="40000"/>
                    <a:lumOff val="60000"/>
                    <a:alpha val="8000"/>
                  </a:schemeClr>
                </a:gs>
                <a:gs pos="72000">
                  <a:schemeClr val="bg2">
                    <a:lumMod val="40000"/>
                    <a:lumOff val="60000"/>
                    <a:alpha val="0"/>
                  </a:schemeClr>
                </a:gs>
                <a:gs pos="36000">
                  <a:schemeClr val="bg2">
                    <a:lumMod val="40000"/>
                    <a:lumOff val="60000"/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7" name="Oval 16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bg2">
                    <a:lumMod val="40000"/>
                    <a:lumOff val="60000"/>
                    <a:alpha val="7000"/>
                  </a:schemeClr>
                </a:gs>
                <a:gs pos="69000">
                  <a:schemeClr val="bg2">
                    <a:lumMod val="40000"/>
                    <a:lumOff val="60000"/>
                    <a:alpha val="0"/>
                  </a:schemeClr>
                </a:gs>
                <a:gs pos="36000">
                  <a:schemeClr val="bg2">
                    <a:lumMod val="40000"/>
                    <a:lumOff val="60000"/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8" name="Oval 17"/>
            <p:cNvSpPr/>
            <p:nvPr/>
          </p:nvSpPr>
          <p:spPr>
            <a:xfrm>
              <a:off x="7999412" y="-2373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bg2">
                    <a:lumMod val="40000"/>
                    <a:lumOff val="60000"/>
                    <a:alpha val="14000"/>
                  </a:schemeClr>
                </a:gs>
                <a:gs pos="73000">
                  <a:schemeClr val="bg2">
                    <a:lumMod val="40000"/>
                    <a:lumOff val="60000"/>
                    <a:alpha val="0"/>
                  </a:schemeClr>
                </a:gs>
                <a:gs pos="36000">
                  <a:schemeClr val="bg2">
                    <a:lumMod val="40000"/>
                    <a:lumOff val="60000"/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9" name="Oval 18"/>
            <p:cNvSpPr/>
            <p:nvPr/>
          </p:nvSpPr>
          <p:spPr>
            <a:xfrm>
              <a:off x="8609012" y="5874054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bg2">
                    <a:lumMod val="40000"/>
                    <a:lumOff val="60000"/>
                    <a:alpha val="14000"/>
                  </a:schemeClr>
                </a:gs>
                <a:gs pos="66000">
                  <a:schemeClr val="bg2">
                    <a:lumMod val="40000"/>
                    <a:lumOff val="60000"/>
                    <a:alpha val="0"/>
                  </a:schemeClr>
                </a:gs>
                <a:gs pos="36000">
                  <a:schemeClr val="bg2">
                    <a:lumMod val="40000"/>
                    <a:lumOff val="60000"/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3" name="Freeform 5"/>
            <p:cNvSpPr/>
            <p:nvPr/>
          </p:nvSpPr>
          <p:spPr bwMode="gray">
            <a:xfrm rot="21010068">
              <a:off x="8490951" y="1797517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" name="Freeform 5"/>
            <p:cNvSpPr/>
            <p:nvPr/>
          </p:nvSpPr>
          <p:spPr bwMode="gray">
            <a:xfrm>
              <a:off x="459506" y="1866405"/>
              <a:ext cx="11277600" cy="4533900"/>
            </a:xfrm>
            <a:custGeom>
              <a:avLst/>
              <a:gdLst/>
              <a:ahLst/>
              <a:cxnLst/>
              <a:rect l="0" t="0" r="r" b="b"/>
              <a:pathLst>
                <a:path w="7104" h="2856">
                  <a:moveTo>
                    <a:pt x="0" y="0"/>
                  </a:moveTo>
                  <a:lnTo>
                    <a:pt x="0" y="2856"/>
                  </a:lnTo>
                  <a:lnTo>
                    <a:pt x="7104" y="2856"/>
                  </a:lnTo>
                  <a:lnTo>
                    <a:pt x="7104" y="1"/>
                  </a:lnTo>
                  <a:lnTo>
                    <a:pt x="7104" y="1"/>
                  </a:lnTo>
                  <a:lnTo>
                    <a:pt x="6943" y="26"/>
                  </a:lnTo>
                  <a:lnTo>
                    <a:pt x="6782" y="50"/>
                  </a:lnTo>
                  <a:lnTo>
                    <a:pt x="6621" y="73"/>
                  </a:lnTo>
                  <a:lnTo>
                    <a:pt x="6459" y="93"/>
                  </a:lnTo>
                  <a:lnTo>
                    <a:pt x="6298" y="113"/>
                  </a:lnTo>
                  <a:lnTo>
                    <a:pt x="6136" y="132"/>
                  </a:lnTo>
                  <a:lnTo>
                    <a:pt x="5976" y="148"/>
                  </a:lnTo>
                  <a:lnTo>
                    <a:pt x="5814" y="163"/>
                  </a:lnTo>
                  <a:lnTo>
                    <a:pt x="5653" y="177"/>
                  </a:lnTo>
                  <a:lnTo>
                    <a:pt x="5494" y="189"/>
                  </a:lnTo>
                  <a:lnTo>
                    <a:pt x="5334" y="201"/>
                  </a:lnTo>
                  <a:lnTo>
                    <a:pt x="5175" y="211"/>
                  </a:lnTo>
                  <a:lnTo>
                    <a:pt x="5017" y="219"/>
                  </a:lnTo>
                  <a:lnTo>
                    <a:pt x="4859" y="227"/>
                  </a:lnTo>
                  <a:lnTo>
                    <a:pt x="4703" y="234"/>
                  </a:lnTo>
                  <a:lnTo>
                    <a:pt x="4548" y="239"/>
                  </a:lnTo>
                  <a:lnTo>
                    <a:pt x="4393" y="243"/>
                  </a:lnTo>
                  <a:lnTo>
                    <a:pt x="4240" y="247"/>
                  </a:lnTo>
                  <a:lnTo>
                    <a:pt x="4088" y="249"/>
                  </a:lnTo>
                  <a:lnTo>
                    <a:pt x="3937" y="251"/>
                  </a:lnTo>
                  <a:lnTo>
                    <a:pt x="3788" y="252"/>
                  </a:lnTo>
                  <a:lnTo>
                    <a:pt x="3640" y="251"/>
                  </a:lnTo>
                  <a:lnTo>
                    <a:pt x="3494" y="251"/>
                  </a:lnTo>
                  <a:lnTo>
                    <a:pt x="3349" y="249"/>
                  </a:lnTo>
                  <a:lnTo>
                    <a:pt x="3207" y="246"/>
                  </a:lnTo>
                  <a:lnTo>
                    <a:pt x="3066" y="243"/>
                  </a:lnTo>
                  <a:lnTo>
                    <a:pt x="2928" y="240"/>
                  </a:lnTo>
                  <a:lnTo>
                    <a:pt x="2791" y="235"/>
                  </a:lnTo>
                  <a:lnTo>
                    <a:pt x="2656" y="230"/>
                  </a:lnTo>
                  <a:lnTo>
                    <a:pt x="2524" y="225"/>
                  </a:lnTo>
                  <a:lnTo>
                    <a:pt x="2266" y="212"/>
                  </a:lnTo>
                  <a:lnTo>
                    <a:pt x="2019" y="198"/>
                  </a:lnTo>
                  <a:lnTo>
                    <a:pt x="1782" y="183"/>
                  </a:lnTo>
                  <a:lnTo>
                    <a:pt x="1557" y="167"/>
                  </a:lnTo>
                  <a:lnTo>
                    <a:pt x="1343" y="150"/>
                  </a:lnTo>
                  <a:lnTo>
                    <a:pt x="1144" y="132"/>
                  </a:lnTo>
                  <a:lnTo>
                    <a:pt x="957" y="114"/>
                  </a:lnTo>
                  <a:lnTo>
                    <a:pt x="785" y="96"/>
                  </a:lnTo>
                  <a:lnTo>
                    <a:pt x="627" y="79"/>
                  </a:lnTo>
                  <a:lnTo>
                    <a:pt x="487" y="63"/>
                  </a:lnTo>
                  <a:lnTo>
                    <a:pt x="361" y="48"/>
                  </a:lnTo>
                  <a:lnTo>
                    <a:pt x="254" y="35"/>
                  </a:lnTo>
                  <a:lnTo>
                    <a:pt x="165" y="23"/>
                  </a:lnTo>
                  <a:lnTo>
                    <a:pt x="42" y="6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gray">
          <a:xfrm>
            <a:off x="1154953" y="973668"/>
            <a:ext cx="8761413" cy="70696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5" y="2603500"/>
            <a:ext cx="8761412" cy="34163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650938" y="6394061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r">
              <a:defRPr sz="1000" b="1" i="0">
                <a:solidFill>
                  <a:schemeClr val="accent1"/>
                </a:solidFill>
              </a:defRPr>
            </a:lvl1pPr>
          </a:lstStyle>
          <a:p>
            <a:fld id="{28BFC830-6E14-483E-88F0-DC4B9462840F}" type="datetimeFigureOut">
              <a:rPr lang="en-US" smtClean="0"/>
              <a:t>1/25/2026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28358" y="6391838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000" b="1" i="0">
                <a:solidFill>
                  <a:schemeClr val="accent1"/>
                </a:solidFill>
                <a:latin typeface="+mn-lt"/>
              </a:defRPr>
            </a:lvl1pPr>
          </a:lstStyle>
          <a:p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bg1"/>
                </a:solidFill>
                <a:latin typeface="+mn-lt"/>
              </a:defRPr>
            </a:lvl1pPr>
          </a:lstStyle>
          <a:p>
            <a:fld id="{037B73F9-6A56-4B74-BD80-7793E6FD08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82360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69" r:id="rId1"/>
    <p:sldLayoutId id="2147483770" r:id="rId2"/>
    <p:sldLayoutId id="2147483771" r:id="rId3"/>
    <p:sldLayoutId id="2147483772" r:id="rId4"/>
    <p:sldLayoutId id="2147483773" r:id="rId5"/>
    <p:sldLayoutId id="2147483774" r:id="rId6"/>
    <p:sldLayoutId id="2147483775" r:id="rId7"/>
    <p:sldLayoutId id="2147483776" r:id="rId8"/>
    <p:sldLayoutId id="2147483777" r:id="rId9"/>
    <p:sldLayoutId id="2147483778" r:id="rId10"/>
    <p:sldLayoutId id="2147483779" r:id="rId11"/>
    <p:sldLayoutId id="2147483780" r:id="rId12"/>
    <p:sldLayoutId id="2147483781" r:id="rId13"/>
    <p:sldLayoutId id="2147483782" r:id="rId14"/>
    <p:sldLayoutId id="2147483783" r:id="rId15"/>
    <p:sldLayoutId id="2147483784" r:id="rId16"/>
    <p:sldLayoutId id="2147483785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3600" b="0" i="0" kern="1200">
          <a:solidFill>
            <a:schemeClr val="bg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9FD060-1F70-91D5-40FB-F08DCA1C454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683171" y="1056863"/>
            <a:ext cx="8825658" cy="2677648"/>
          </a:xfrm>
        </p:spPr>
        <p:txBody>
          <a:bodyPr/>
          <a:lstStyle/>
          <a:p>
            <a:pPr algn="ctr"/>
            <a:r>
              <a:rPr lang="en-US" dirty="0"/>
              <a:t>Integrating Wavelets to CNN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EEE7B36-57C3-71CC-F559-494D19C0C06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716787" y="4777380"/>
            <a:ext cx="1784728" cy="861420"/>
          </a:xfrm>
        </p:spPr>
        <p:txBody>
          <a:bodyPr/>
          <a:lstStyle/>
          <a:p>
            <a:r>
              <a:rPr lang="en-US" dirty="0"/>
              <a:t>Gilad </a:t>
            </a:r>
            <a:r>
              <a:rPr lang="en-US" dirty="0" err="1"/>
              <a:t>Navok</a:t>
            </a:r>
            <a:endParaRPr lang="en-US" dirty="0"/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5039BA16-7046-2D33-45C3-8487B656937B}"/>
              </a:ext>
            </a:extLst>
          </p:cNvPr>
          <p:cNvSpPr txBox="1">
            <a:spLocks/>
          </p:cNvSpPr>
          <p:nvPr/>
        </p:nvSpPr>
        <p:spPr>
          <a:xfrm>
            <a:off x="6924753" y="4777380"/>
            <a:ext cx="1784728" cy="86142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 cap="all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200" b="0" i="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200" b="0" i="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200" b="0" i="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200" b="0" i="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200" b="0" i="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200" b="0" i="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Barak Telem</a:t>
            </a:r>
          </a:p>
        </p:txBody>
      </p:sp>
    </p:spTree>
    <p:extLst>
      <p:ext uri="{BB962C8B-B14F-4D97-AF65-F5344CB8AC3E}">
        <p14:creationId xmlns:p14="http://schemas.microsoft.com/office/powerpoint/2010/main" val="8943430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1AD250-5FD0-40E5-D6AA-DDA4027E0A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Outline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7B766B-F3EB-1E49-6CDF-7F5C3AF3765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Introduction</a:t>
            </a:r>
          </a:p>
          <a:p>
            <a:r>
              <a:rPr lang="en-US" dirty="0"/>
              <a:t>Motivation</a:t>
            </a:r>
          </a:p>
          <a:p>
            <a:r>
              <a:rPr lang="en-US" dirty="0"/>
              <a:t>Background</a:t>
            </a:r>
          </a:p>
          <a:p>
            <a:r>
              <a:rPr lang="en-US" dirty="0"/>
              <a:t>Baseline</a:t>
            </a:r>
          </a:p>
          <a:p>
            <a:r>
              <a:rPr lang="en-US" dirty="0"/>
              <a:t>Our Models</a:t>
            </a:r>
          </a:p>
          <a:p>
            <a:r>
              <a:rPr lang="en-US" dirty="0"/>
              <a:t>Results</a:t>
            </a:r>
          </a:p>
          <a:p>
            <a:r>
              <a:rPr lang="en-US" dirty="0"/>
              <a:t>Future work (?)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3407526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C55C84-F40E-96EE-5928-52B66E9C7A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4953" y="973668"/>
            <a:ext cx="8761413" cy="706964"/>
          </a:xfrm>
        </p:spPr>
        <p:txBody>
          <a:bodyPr>
            <a:normAutofit/>
          </a:bodyPr>
          <a:lstStyle/>
          <a:p>
            <a:r>
              <a:rPr lang="en-US" dirty="0"/>
              <a:t>Motivation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1F0F90E-B4B1-B685-B88E-61449F65259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54954" y="2603500"/>
            <a:ext cx="3757111" cy="3416300"/>
          </a:xfrm>
        </p:spPr>
        <p:txBody>
          <a:bodyPr anchor="ctr">
            <a:normAutofit/>
          </a:bodyPr>
          <a:lstStyle/>
          <a:p>
            <a:r>
              <a:rPr lang="en-US" sz="1600" dirty="0"/>
              <a:t>CNN kernels resembles wavelets</a:t>
            </a:r>
          </a:p>
          <a:p>
            <a:r>
              <a:rPr lang="en-US" sz="1600" dirty="0"/>
              <a:t>Small data training (prior)</a:t>
            </a:r>
          </a:p>
          <a:p>
            <a:r>
              <a:rPr lang="en-US" sz="1600" dirty="0"/>
              <a:t>Helping CNN texture bias</a:t>
            </a:r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D9171E65-FECC-40BF-A88E-87B98007EBF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4984956" y="3016184"/>
            <a:ext cx="6158802" cy="2586696"/>
          </a:xfrm>
          <a:prstGeom prst="roundRect">
            <a:avLst>
              <a:gd name="adj" fmla="val 1858"/>
            </a:avLst>
          </a:prstGeom>
          <a:noFill/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8680826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18165E-0C5B-301F-4E0B-8EE7631352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4953" y="973668"/>
            <a:ext cx="8761413" cy="706964"/>
          </a:xfrm>
        </p:spPr>
        <p:txBody>
          <a:bodyPr>
            <a:normAutofit/>
          </a:bodyPr>
          <a:lstStyle/>
          <a:p>
            <a:pPr rtl="1"/>
            <a:r>
              <a:rPr lang="en-US"/>
              <a:t>Background - Wavelets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767174-3013-FE19-007D-048D988C66C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54954" y="2603500"/>
            <a:ext cx="6397313" cy="3416300"/>
          </a:xfrm>
        </p:spPr>
        <p:txBody>
          <a:bodyPr anchor="ctr">
            <a:normAutofit/>
          </a:bodyPr>
          <a:lstStyle/>
          <a:p>
            <a:r>
              <a:rPr lang="en-US" dirty="0"/>
              <a:t>Adjustable Scale</a:t>
            </a:r>
          </a:p>
          <a:p>
            <a:r>
              <a:rPr lang="en-US" dirty="0"/>
              <a:t>Directional Sensitivity</a:t>
            </a:r>
          </a:p>
          <a:p>
            <a:r>
              <a:rPr lang="en-US" dirty="0"/>
              <a:t>Versatile Design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1B8FCB5-78FB-0D10-9FEE-E1AA8BE715C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07448" y="2435885"/>
            <a:ext cx="3208355" cy="4100136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24717853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DAE8B7-3097-B190-11C1-E5B0BBDE44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4953" y="973668"/>
            <a:ext cx="8761413" cy="706964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</a:pPr>
            <a:r>
              <a:rPr lang="en-US" sz="2800"/>
              <a:t>Background – Wavelet Scattering Transform (WST)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DE9AA84-5D7C-5466-3982-B71B1C19F86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54954" y="2603500"/>
            <a:ext cx="5391619" cy="3416300"/>
          </a:xfrm>
        </p:spPr>
        <p:txBody>
          <a:bodyPr anchor="ctr">
            <a:normAutofit/>
          </a:bodyPr>
          <a:lstStyle/>
          <a:p>
            <a:r>
              <a:rPr lang="en-US" sz="1600" dirty="0"/>
              <a:t>Similar concept to CNNs:</a:t>
            </a:r>
          </a:p>
          <a:p>
            <a:pPr lvl="1"/>
            <a:r>
              <a:rPr lang="en-US" sz="1400" dirty="0"/>
              <a:t>Convolve with fixed wavelets (kernels)</a:t>
            </a:r>
          </a:p>
          <a:p>
            <a:pPr lvl="1"/>
            <a:r>
              <a:rPr lang="en-US" sz="1400" dirty="0"/>
              <a:t>Apply modulus (non-linearity)</a:t>
            </a:r>
          </a:p>
          <a:p>
            <a:pPr lvl="1"/>
            <a:r>
              <a:rPr lang="en-US" sz="1400" dirty="0"/>
              <a:t>Average (pooling)</a:t>
            </a:r>
          </a:p>
          <a:p>
            <a:pPr lvl="1"/>
            <a:r>
              <a:rPr lang="en-US" sz="1400" dirty="0"/>
              <a:t>Cascade (layers)</a:t>
            </a:r>
          </a:p>
        </p:txBody>
      </p:sp>
      <p:pic>
        <p:nvPicPr>
          <p:cNvPr id="2050" name="Picture 2" descr="image">
            <a:extLst>
              <a:ext uri="{FF2B5EF4-FFF2-40B4-BE49-F238E27FC236}">
                <a16:creationId xmlns:a16="http://schemas.microsoft.com/office/drawing/2014/main" id="{8DC36367-3357-F5AB-2450-591E7C03D99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6824869" y="2775951"/>
            <a:ext cx="3941833" cy="3067163"/>
          </a:xfrm>
          <a:prstGeom prst="roundRect">
            <a:avLst>
              <a:gd name="adj" fmla="val 1858"/>
            </a:avLst>
          </a:prstGeom>
          <a:noFill/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617876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B77429-ABC0-21F5-5DE3-AD07DDC623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4953" y="973668"/>
            <a:ext cx="8761413" cy="706964"/>
          </a:xfrm>
        </p:spPr>
        <p:txBody>
          <a:bodyPr>
            <a:normAutofit/>
          </a:bodyPr>
          <a:lstStyle/>
          <a:p>
            <a:r>
              <a:rPr lang="en-US" dirty="0"/>
              <a:t>Baseline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1E25E80-BFE7-61BC-21A1-96BC4C782B4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54955" y="2603500"/>
            <a:ext cx="3481054" cy="3416300"/>
          </a:xfrm>
        </p:spPr>
        <p:txBody>
          <a:bodyPr anchor="ctr">
            <a:normAutofit/>
          </a:bodyPr>
          <a:lstStyle/>
          <a:p>
            <a:r>
              <a:rPr lang="en-US" sz="1600"/>
              <a:t>ResNet18</a:t>
            </a:r>
            <a:endParaRPr lang="en-US" sz="1600" dirty="0"/>
          </a:p>
          <a:p>
            <a:r>
              <a:rPr lang="en-US" sz="1600" dirty="0"/>
              <a:t>CIFAR10</a:t>
            </a:r>
          </a:p>
          <a:p>
            <a:endParaRPr lang="en-US" sz="1600" dirty="0"/>
          </a:p>
        </p:txBody>
      </p:sp>
      <p:pic>
        <p:nvPicPr>
          <p:cNvPr id="4098" name="Picture 2" descr="Original ResNet-18 Architecture">
            <a:extLst>
              <a:ext uri="{FF2B5EF4-FFF2-40B4-BE49-F238E27FC236}">
                <a16:creationId xmlns:a16="http://schemas.microsoft.com/office/drawing/2014/main" id="{EE562EC8-D365-10BD-F46D-44DB9C0C4B1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627" b="2"/>
          <a:stretch>
            <a:fillRect/>
          </a:stretch>
        </p:blipFill>
        <p:spPr bwMode="auto">
          <a:xfrm>
            <a:off x="4984956" y="2775951"/>
            <a:ext cx="6158802" cy="3067163"/>
          </a:xfrm>
          <a:prstGeom prst="roundRect">
            <a:avLst>
              <a:gd name="adj" fmla="val 1858"/>
            </a:avLst>
          </a:prstGeom>
          <a:noFill/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1198443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C6932D-F516-22DB-F3DB-02BA28225A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E2D688-B3BE-194B-2577-714FC13319C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ScatResNet18</a:t>
            </a:r>
          </a:p>
          <a:p>
            <a:r>
              <a:rPr lang="en-US" dirty="0"/>
              <a:t>Hybrid Gabor:</a:t>
            </a:r>
          </a:p>
          <a:p>
            <a:pPr lvl="1"/>
            <a:r>
              <a:rPr lang="en-US" dirty="0"/>
              <a:t>1</a:t>
            </a:r>
          </a:p>
          <a:p>
            <a:pPr lvl="1"/>
            <a:r>
              <a:rPr lang="en-US" dirty="0"/>
              <a:t>2</a:t>
            </a:r>
          </a:p>
          <a:p>
            <a:pPr lvl="1"/>
            <a:r>
              <a:rPr lang="en-US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264633323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1F2DFB-99E4-73CD-DE72-80212B9D1D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Results – Accuracy vs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A4428AF-1A68-E5D4-517F-1CBDE87EB52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842813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35C27B-1BA5-9766-2A16-DDB32E3E56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Results – Accuracy vs Changed Layers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39A652-CBCB-A493-5510-C39151E2DA7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599820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6FEA68-3F3A-4FEC-F5DE-B16E5D54D2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Results – Robustness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72383C-5982-BE7C-1C79-5EC0690F903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104291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6ECD10-BFF5-35E2-F8F5-91EBE8C075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Future Work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A0BB93-6D9B-3720-9C29-EA085D2F0C1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6484671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 Boardroom">
  <a:themeElements>
    <a:clrScheme name="Ion Boardroom">
      <a:dk1>
        <a:sysClr val="windowText" lastClr="000000"/>
      </a:dk1>
      <a:lt1>
        <a:sysClr val="window" lastClr="FFFFFF"/>
      </a:lt1>
      <a:dk2>
        <a:srgbClr val="0E5580"/>
      </a:dk2>
      <a:lt2>
        <a:srgbClr val="EBEBEB"/>
      </a:lt2>
      <a:accent1>
        <a:srgbClr val="ACD433"/>
      </a:accent1>
      <a:accent2>
        <a:srgbClr val="E6C133"/>
      </a:accent2>
      <a:accent3>
        <a:srgbClr val="EF7A24"/>
      </a:accent3>
      <a:accent4>
        <a:srgbClr val="5AA0F5"/>
      </a:accent4>
      <a:accent5>
        <a:srgbClr val="75CEEC"/>
      </a:accent5>
      <a:accent6>
        <a:srgbClr val="65D6A0"/>
      </a:accent6>
      <a:hlink>
        <a:srgbClr val="C4E46E"/>
      </a:hlink>
      <a:folHlink>
        <a:srgbClr val="BDE0FB"/>
      </a:folHlink>
    </a:clrScheme>
    <a:fontScheme name="Ion Boardroom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 Boardroom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2000"/>
                <a:hueMod val="96000"/>
                <a:satMod val="128000"/>
                <a:lumMod val="114000"/>
              </a:schemeClr>
            </a:gs>
            <a:gs pos="100000">
              <a:schemeClr val="phClr">
                <a:shade val="62000"/>
                <a:hueMod val="100000"/>
                <a:satMod val="134000"/>
                <a:lumMod val="5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2000"/>
                <a:hueMod val="108000"/>
                <a:satMod val="164000"/>
                <a:lumMod val="69000"/>
              </a:schemeClr>
              <a:schemeClr val="phClr">
                <a:tint val="96000"/>
                <a:hueMod val="90000"/>
                <a:satMod val="130000"/>
                <a:lumMod val="134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 Boardroom" id="{FC33163D-4339-46B1-8EED-24C834239D99}" vid="{A3AB87EF-B655-4FFF-8D05-F333AD7F278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43083d15-7273-40c1-b7db-39efd9ccc17a}" enabled="0" method="" siteId="{43083d15-7273-40c1-b7db-39efd9ccc17a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Ion Boardroom</Template>
  <TotalTime>306</TotalTime>
  <Words>347</Words>
  <Application>Microsoft Office PowerPoint</Application>
  <PresentationFormat>Widescreen</PresentationFormat>
  <Paragraphs>53</Paragraphs>
  <Slides>11</Slides>
  <Notes>2</Notes>
  <HiddenSlides>1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5" baseType="lpstr">
      <vt:lpstr>Aptos</vt:lpstr>
      <vt:lpstr>Century Gothic</vt:lpstr>
      <vt:lpstr>Wingdings 3</vt:lpstr>
      <vt:lpstr>Ion Boardroom</vt:lpstr>
      <vt:lpstr>Integrating Wavelets to CNN</vt:lpstr>
      <vt:lpstr>Outline</vt:lpstr>
      <vt:lpstr>Motivation</vt:lpstr>
      <vt:lpstr>Background - Wavelets</vt:lpstr>
      <vt:lpstr>Background – Wavelet Scattering Transform (WST)</vt:lpstr>
      <vt:lpstr>Baseline</vt:lpstr>
      <vt:lpstr>Models</vt:lpstr>
      <vt:lpstr>Results – Accuracy vs Data</vt:lpstr>
      <vt:lpstr>Results – Accuracy vs Changed Layers</vt:lpstr>
      <vt:lpstr>Results – Robustness</vt:lpstr>
      <vt:lpstr>Future Work</vt:lpstr>
    </vt:vector>
  </TitlesOfParts>
  <Company>NVIDIA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Barak Telem</dc:creator>
  <cp:lastModifiedBy>Barak Telem</cp:lastModifiedBy>
  <cp:revision>1</cp:revision>
  <dcterms:created xsi:type="dcterms:W3CDTF">2026-01-25T13:01:28Z</dcterms:created>
  <dcterms:modified xsi:type="dcterms:W3CDTF">2026-01-25T18:07:38Z</dcterms:modified>
</cp:coreProperties>
</file>