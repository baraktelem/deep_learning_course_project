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CAF153-B931-4070-9F19-21D537F84DD3}" v="68" dt="2026-01-26T08:25:30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6" autoAdjust="0"/>
    <p:restoredTop sz="83467" autoAdjust="0"/>
  </p:normalViewPr>
  <p:slideViewPr>
    <p:cSldViewPr snapToGrid="0">
      <p:cViewPr varScale="1">
        <p:scale>
          <a:sx n="101" d="100"/>
          <a:sy n="101" d="100"/>
        </p:scale>
        <p:origin x="28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ak Telem" userId="d0a7f981-39a6-47ea-b324-5cf2fd258e29" providerId="ADAL" clId="{567EB390-9C4D-4B7A-B7CE-EE18F96FBDC9}"/>
    <pc:docChg chg="undo custSel addSld delSld modSld sldOrd">
      <pc:chgData name="Barak Telem" userId="d0a7f981-39a6-47ea-b324-5cf2fd258e29" providerId="ADAL" clId="{567EB390-9C4D-4B7A-B7CE-EE18F96FBDC9}" dt="2026-01-26T08:32:28.801" v="1943" actId="313"/>
      <pc:docMkLst>
        <pc:docMk/>
      </pc:docMkLst>
      <pc:sldChg chg="addSp modSp new mod">
        <pc:chgData name="Barak Telem" userId="d0a7f981-39a6-47ea-b324-5cf2fd258e29" providerId="ADAL" clId="{567EB390-9C4D-4B7A-B7CE-EE18F96FBDC9}" dt="2026-01-25T17:27:58.327" v="1217" actId="20577"/>
        <pc:sldMkLst>
          <pc:docMk/>
          <pc:sldMk cId="89434305" sldId="256"/>
        </pc:sldMkLst>
        <pc:spChg chg="mod">
          <ac:chgData name="Barak Telem" userId="d0a7f981-39a6-47ea-b324-5cf2fd258e29" providerId="ADAL" clId="{567EB390-9C4D-4B7A-B7CE-EE18F96FBDC9}" dt="2026-01-25T17:27:58.327" v="1217" actId="20577"/>
          <ac:spMkLst>
            <pc:docMk/>
            <pc:sldMk cId="89434305" sldId="256"/>
            <ac:spMk id="2" creationId="{C09FD060-1F70-91D5-40FB-F08DCA1C454E}"/>
          </ac:spMkLst>
        </pc:spChg>
        <pc:spChg chg="mod">
          <ac:chgData name="Barak Telem" userId="d0a7f981-39a6-47ea-b324-5cf2fd258e29" providerId="ADAL" clId="{567EB390-9C4D-4B7A-B7CE-EE18F96FBDC9}" dt="2026-01-25T15:17:50.916" v="1184" actId="1076"/>
          <ac:spMkLst>
            <pc:docMk/>
            <pc:sldMk cId="89434305" sldId="256"/>
            <ac:spMk id="3" creationId="{FEEE7B36-57C3-71CC-F559-494D19C0C067}"/>
          </ac:spMkLst>
        </pc:spChg>
        <pc:spChg chg="add mod">
          <ac:chgData name="Barak Telem" userId="d0a7f981-39a6-47ea-b324-5cf2fd258e29" providerId="ADAL" clId="{567EB390-9C4D-4B7A-B7CE-EE18F96FBDC9}" dt="2026-01-25T15:17:48.123" v="1183" actId="1076"/>
          <ac:spMkLst>
            <pc:docMk/>
            <pc:sldMk cId="89434305" sldId="256"/>
            <ac:spMk id="4" creationId="{5039BA16-7046-2D33-45C3-8487B656937B}"/>
          </ac:spMkLst>
        </pc:spChg>
      </pc:sldChg>
      <pc:sldChg chg="modSp new mod">
        <pc:chgData name="Barak Telem" userId="d0a7f981-39a6-47ea-b324-5cf2fd258e29" providerId="ADAL" clId="{567EB390-9C4D-4B7A-B7CE-EE18F96FBDC9}" dt="2026-01-25T18:05:50.805" v="1299" actId="20577"/>
        <pc:sldMkLst>
          <pc:docMk/>
          <pc:sldMk cId="2834075261" sldId="257"/>
        </pc:sldMkLst>
        <pc:spChg chg="mod">
          <ac:chgData name="Barak Telem" userId="d0a7f981-39a6-47ea-b324-5cf2fd258e29" providerId="ADAL" clId="{567EB390-9C4D-4B7A-B7CE-EE18F96FBDC9}" dt="2026-01-25T13:10:07.761" v="141"/>
          <ac:spMkLst>
            <pc:docMk/>
            <pc:sldMk cId="2834075261" sldId="257"/>
            <ac:spMk id="2" creationId="{581AD250-5FD0-40E5-D6AA-DDA4027E0AB9}"/>
          </ac:spMkLst>
        </pc:spChg>
        <pc:spChg chg="mod">
          <ac:chgData name="Barak Telem" userId="d0a7f981-39a6-47ea-b324-5cf2fd258e29" providerId="ADAL" clId="{567EB390-9C4D-4B7A-B7CE-EE18F96FBDC9}" dt="2026-01-25T18:05:50.805" v="1299" actId="20577"/>
          <ac:spMkLst>
            <pc:docMk/>
            <pc:sldMk cId="2834075261" sldId="257"/>
            <ac:spMk id="3" creationId="{067B766B-F3EB-1E49-6CDF-7F5C3AF37658}"/>
          </ac:spMkLst>
        </pc:spChg>
      </pc:sldChg>
      <pc:sldChg chg="addSp delSp modSp new mod setBg modShow">
        <pc:chgData name="Barak Telem" userId="d0a7f981-39a6-47ea-b324-5cf2fd258e29" providerId="ADAL" clId="{567EB390-9C4D-4B7A-B7CE-EE18F96FBDC9}" dt="2026-01-25T17:58:51.809" v="1284" actId="729"/>
        <pc:sldMkLst>
          <pc:docMk/>
          <pc:sldMk cId="3247178532" sldId="258"/>
        </pc:sldMkLst>
        <pc:spChg chg="mod">
          <ac:chgData name="Barak Telem" userId="d0a7f981-39a6-47ea-b324-5cf2fd258e29" providerId="ADAL" clId="{567EB390-9C4D-4B7A-B7CE-EE18F96FBDC9}" dt="2026-01-25T14:51:01.990" v="657" actId="26606"/>
          <ac:spMkLst>
            <pc:docMk/>
            <pc:sldMk cId="3247178532" sldId="258"/>
            <ac:spMk id="2" creationId="{CC18165E-0C5B-301F-4E0B-8EE763135294}"/>
          </ac:spMkLst>
        </pc:spChg>
        <pc:spChg chg="add del mod">
          <ac:chgData name="Barak Telem" userId="d0a7f981-39a6-47ea-b324-5cf2fd258e29" providerId="ADAL" clId="{567EB390-9C4D-4B7A-B7CE-EE18F96FBDC9}" dt="2026-01-25T15:01:46.391" v="724" actId="313"/>
          <ac:spMkLst>
            <pc:docMk/>
            <pc:sldMk cId="3247178532" sldId="258"/>
            <ac:spMk id="3" creationId="{E8767174-3013-FE19-007D-048D988C66CF}"/>
          </ac:spMkLst>
        </pc:spChg>
        <pc:spChg chg="add">
          <ac:chgData name="Barak Telem" userId="d0a7f981-39a6-47ea-b324-5cf2fd258e29" providerId="ADAL" clId="{567EB390-9C4D-4B7A-B7CE-EE18F96FBDC9}" dt="2026-01-25T14:48:53.084" v="644"/>
          <ac:spMkLst>
            <pc:docMk/>
            <pc:sldMk cId="3247178532" sldId="258"/>
            <ac:spMk id="4" creationId="{20BC5AD3-3C1C-4E67-5B90-E6D690ADD5DB}"/>
          </ac:spMkLst>
        </pc:spChg>
        <pc:spChg chg="add mod">
          <ac:chgData name="Barak Telem" userId="d0a7f981-39a6-47ea-b324-5cf2fd258e29" providerId="ADAL" clId="{567EB390-9C4D-4B7A-B7CE-EE18F96FBDC9}" dt="2026-01-25T14:49:02.908" v="647" actId="14100"/>
          <ac:spMkLst>
            <pc:docMk/>
            <pc:sldMk cId="3247178532" sldId="258"/>
            <ac:spMk id="5" creationId="{3AEF85D3-1508-D3D9-9CE0-5AAB50D5F1D7}"/>
          </ac:spMkLst>
        </pc:spChg>
        <pc:spChg chg="add mod">
          <ac:chgData name="Barak Telem" userId="d0a7f981-39a6-47ea-b324-5cf2fd258e29" providerId="ADAL" clId="{567EB390-9C4D-4B7A-B7CE-EE18F96FBDC9}" dt="2026-01-25T14:56:32.495" v="662"/>
          <ac:spMkLst>
            <pc:docMk/>
            <pc:sldMk cId="3247178532" sldId="258"/>
            <ac:spMk id="8" creationId="{1AF8960E-AF23-4664-567B-7258CC591497}"/>
          </ac:spMkLst>
        </pc:spChg>
        <pc:spChg chg="add del">
          <ac:chgData name="Barak Telem" userId="d0a7f981-39a6-47ea-b324-5cf2fd258e29" providerId="ADAL" clId="{567EB390-9C4D-4B7A-B7CE-EE18F96FBDC9}" dt="2026-01-25T14:47:03.998" v="642" actId="26606"/>
          <ac:spMkLst>
            <pc:docMk/>
            <pc:sldMk cId="3247178532" sldId="258"/>
            <ac:spMk id="1042" creationId="{190D4F95-AC40-4C7F-8794-DF2B6F75007C}"/>
          </ac:spMkLst>
        </pc:spChg>
        <pc:grpChg chg="add del">
          <ac:chgData name="Barak Telem" userId="d0a7f981-39a6-47ea-b324-5cf2fd258e29" providerId="ADAL" clId="{567EB390-9C4D-4B7A-B7CE-EE18F96FBDC9}" dt="2026-01-25T14:47:03.998" v="642" actId="26606"/>
          <ac:grpSpMkLst>
            <pc:docMk/>
            <pc:sldMk cId="3247178532" sldId="258"/>
            <ac:grpSpMk id="1033" creationId="{5E47C794-DD90-4D91-829F-2F92D74D4CF9}"/>
          </ac:grpSpMkLst>
        </pc:grpChg>
        <pc:picChg chg="add mod">
          <ac:chgData name="Barak Telem" userId="d0a7f981-39a6-47ea-b324-5cf2fd258e29" providerId="ADAL" clId="{567EB390-9C4D-4B7A-B7CE-EE18F96FBDC9}" dt="2026-01-25T17:57:15.771" v="1283" actId="1076"/>
          <ac:picMkLst>
            <pc:docMk/>
            <pc:sldMk cId="3247178532" sldId="258"/>
            <ac:picMk id="7" creationId="{F1B8FCB5-78FB-0D10-9FEE-E1AA8BE715C9}"/>
          </ac:picMkLst>
        </pc:picChg>
        <pc:picChg chg="add mod">
          <ac:chgData name="Barak Telem" userId="d0a7f981-39a6-47ea-b324-5cf2fd258e29" providerId="ADAL" clId="{567EB390-9C4D-4B7A-B7CE-EE18F96FBDC9}" dt="2026-01-25T14:17:09.862" v="599"/>
          <ac:picMkLst>
            <pc:docMk/>
            <pc:sldMk cId="3247178532" sldId="258"/>
            <ac:picMk id="1026" creationId="{20B714AA-1C93-DCA7-4DDD-9FC269D9B0A8}"/>
          </ac:picMkLst>
        </pc:picChg>
        <pc:picChg chg="add del mod">
          <ac:chgData name="Barak Telem" userId="d0a7f981-39a6-47ea-b324-5cf2fd258e29" providerId="ADAL" clId="{567EB390-9C4D-4B7A-B7CE-EE18F96FBDC9}" dt="2026-01-25T14:48:50.368" v="643" actId="478"/>
          <ac:picMkLst>
            <pc:docMk/>
            <pc:sldMk cId="3247178532" sldId="258"/>
            <ac:picMk id="1028" creationId="{188F1C80-E1E9-BB66-47FC-78046C7C18F6}"/>
          </ac:picMkLst>
        </pc:picChg>
      </pc:sldChg>
      <pc:sldChg chg="addSp delSp modSp new mod setBg">
        <pc:chgData name="Barak Telem" userId="d0a7f981-39a6-47ea-b324-5cf2fd258e29" providerId="ADAL" clId="{567EB390-9C4D-4B7A-B7CE-EE18F96FBDC9}" dt="2026-01-25T15:08:20.599" v="1033" actId="20577"/>
        <pc:sldMkLst>
          <pc:docMk/>
          <pc:sldMk cId="136178761" sldId="259"/>
        </pc:sldMkLst>
        <pc:spChg chg="mod">
          <ac:chgData name="Barak Telem" userId="d0a7f981-39a6-47ea-b324-5cf2fd258e29" providerId="ADAL" clId="{567EB390-9C4D-4B7A-B7CE-EE18F96FBDC9}" dt="2026-01-25T14:51:11.714" v="658" actId="26606"/>
          <ac:spMkLst>
            <pc:docMk/>
            <pc:sldMk cId="136178761" sldId="259"/>
            <ac:spMk id="2" creationId="{91DAE8B7-3097-B190-11C1-E5B0BBDE4405}"/>
          </ac:spMkLst>
        </pc:spChg>
        <pc:spChg chg="mod">
          <ac:chgData name="Barak Telem" userId="d0a7f981-39a6-47ea-b324-5cf2fd258e29" providerId="ADAL" clId="{567EB390-9C4D-4B7A-B7CE-EE18F96FBDC9}" dt="2026-01-25T15:08:20.599" v="1033" actId="20577"/>
          <ac:spMkLst>
            <pc:docMk/>
            <pc:sldMk cId="136178761" sldId="259"/>
            <ac:spMk id="3" creationId="{0DE9AA84-5D7C-5466-3982-B71B1C19F86B}"/>
          </ac:spMkLst>
        </pc:spChg>
        <pc:spChg chg="add del">
          <ac:chgData name="Barak Telem" userId="d0a7f981-39a6-47ea-b324-5cf2fd258e29" providerId="ADAL" clId="{567EB390-9C4D-4B7A-B7CE-EE18F96FBDC9}" dt="2026-01-25T14:51:11.714" v="658" actId="26606"/>
          <ac:spMkLst>
            <pc:docMk/>
            <pc:sldMk cId="136178761" sldId="259"/>
            <ac:spMk id="2064" creationId="{190D4F95-AC40-4C7F-8794-DF2B6F75007C}"/>
          </ac:spMkLst>
        </pc:spChg>
        <pc:grpChg chg="add del">
          <ac:chgData name="Barak Telem" userId="d0a7f981-39a6-47ea-b324-5cf2fd258e29" providerId="ADAL" clId="{567EB390-9C4D-4B7A-B7CE-EE18F96FBDC9}" dt="2026-01-25T14:51:11.714" v="658" actId="26606"/>
          <ac:grpSpMkLst>
            <pc:docMk/>
            <pc:sldMk cId="136178761" sldId="259"/>
            <ac:grpSpMk id="2055" creationId="{5E47C794-DD90-4D91-829F-2F92D74D4CF9}"/>
          </ac:grpSpMkLst>
        </pc:grpChg>
        <pc:graphicFrameChg chg="add del mod modGraphic">
          <ac:chgData name="Barak Telem" userId="d0a7f981-39a6-47ea-b324-5cf2fd258e29" providerId="ADAL" clId="{567EB390-9C4D-4B7A-B7CE-EE18F96FBDC9}" dt="2026-01-25T15:08:06.537" v="1012" actId="478"/>
          <ac:graphicFrameMkLst>
            <pc:docMk/>
            <pc:sldMk cId="136178761" sldId="259"/>
            <ac:graphicFrameMk id="4" creationId="{5999A562-76B2-D7E4-B641-990C69F21B7B}"/>
          </ac:graphicFrameMkLst>
        </pc:graphicFrameChg>
        <pc:picChg chg="add mod">
          <ac:chgData name="Barak Telem" userId="d0a7f981-39a6-47ea-b324-5cf2fd258e29" providerId="ADAL" clId="{567EB390-9C4D-4B7A-B7CE-EE18F96FBDC9}" dt="2026-01-25T14:51:18.529" v="659" actId="14100"/>
          <ac:picMkLst>
            <pc:docMk/>
            <pc:sldMk cId="136178761" sldId="259"/>
            <ac:picMk id="2050" creationId="{8DC36367-3357-F5AB-2450-591E7C03D99A}"/>
          </ac:picMkLst>
        </pc:picChg>
      </pc:sldChg>
      <pc:sldChg chg="addSp delSp modSp new mod ord setBg">
        <pc:chgData name="Barak Telem" userId="d0a7f981-39a6-47ea-b324-5cf2fd258e29" providerId="ADAL" clId="{567EB390-9C4D-4B7A-B7CE-EE18F96FBDC9}" dt="2026-01-25T17:54:52.402" v="1281" actId="20577"/>
        <pc:sldMkLst>
          <pc:docMk/>
          <pc:sldMk cId="1186808268" sldId="260"/>
        </pc:sldMkLst>
        <pc:spChg chg="mod">
          <ac:chgData name="Barak Telem" userId="d0a7f981-39a6-47ea-b324-5cf2fd258e29" providerId="ADAL" clId="{567EB390-9C4D-4B7A-B7CE-EE18F96FBDC9}" dt="2026-01-25T15:15:07.441" v="1103" actId="26606"/>
          <ac:spMkLst>
            <pc:docMk/>
            <pc:sldMk cId="1186808268" sldId="260"/>
            <ac:spMk id="2" creationId="{46C55C84-F40E-96EE-5928-52B66E9C7A6C}"/>
          </ac:spMkLst>
        </pc:spChg>
        <pc:spChg chg="mod">
          <ac:chgData name="Barak Telem" userId="d0a7f981-39a6-47ea-b324-5cf2fd258e29" providerId="ADAL" clId="{567EB390-9C4D-4B7A-B7CE-EE18F96FBDC9}" dt="2026-01-25T17:54:52.402" v="1281" actId="20577"/>
          <ac:spMkLst>
            <pc:docMk/>
            <pc:sldMk cId="1186808268" sldId="260"/>
            <ac:spMk id="3" creationId="{71F0F90E-B4B1-B685-B88E-61449F652595}"/>
          </ac:spMkLst>
        </pc:spChg>
        <pc:spChg chg="add del">
          <ac:chgData name="Barak Telem" userId="d0a7f981-39a6-47ea-b324-5cf2fd258e29" providerId="ADAL" clId="{567EB390-9C4D-4B7A-B7CE-EE18F96FBDC9}" dt="2026-01-25T15:15:07.441" v="1103" actId="26606"/>
          <ac:spMkLst>
            <pc:docMk/>
            <pc:sldMk cId="1186808268" sldId="260"/>
            <ac:spMk id="3088" creationId="{B5BA6DB3-F246-4306-AA4A-B2E8EF6D7B10}"/>
          </ac:spMkLst>
        </pc:spChg>
        <pc:grpChg chg="add del">
          <ac:chgData name="Barak Telem" userId="d0a7f981-39a6-47ea-b324-5cf2fd258e29" providerId="ADAL" clId="{567EB390-9C4D-4B7A-B7CE-EE18F96FBDC9}" dt="2026-01-25T15:15:07.441" v="1103" actId="26606"/>
          <ac:grpSpMkLst>
            <pc:docMk/>
            <pc:sldMk cId="1186808268" sldId="260"/>
            <ac:grpSpMk id="3079" creationId="{298B78F7-6841-4168-8538-3E26070861D3}"/>
          </ac:grpSpMkLst>
        </pc:grpChg>
        <pc:picChg chg="add mod">
          <ac:chgData name="Barak Telem" userId="d0a7f981-39a6-47ea-b324-5cf2fd258e29" providerId="ADAL" clId="{567EB390-9C4D-4B7A-B7CE-EE18F96FBDC9}" dt="2026-01-25T15:15:07.441" v="1103" actId="26606"/>
          <ac:picMkLst>
            <pc:docMk/>
            <pc:sldMk cId="1186808268" sldId="260"/>
            <ac:picMk id="3074" creationId="{D9171E65-FECC-40BF-A88E-87B98007EBFE}"/>
          </ac:picMkLst>
        </pc:picChg>
      </pc:sldChg>
      <pc:sldChg chg="addSp modSp new mod setBg">
        <pc:chgData name="Barak Telem" userId="d0a7f981-39a6-47ea-b324-5cf2fd258e29" providerId="ADAL" clId="{567EB390-9C4D-4B7A-B7CE-EE18F96FBDC9}" dt="2026-01-25T18:07:37.151" v="1308" actId="20577"/>
        <pc:sldMkLst>
          <pc:docMk/>
          <pc:sldMk cId="1111984434" sldId="261"/>
        </pc:sldMkLst>
        <pc:spChg chg="mod">
          <ac:chgData name="Barak Telem" userId="d0a7f981-39a6-47ea-b324-5cf2fd258e29" providerId="ADAL" clId="{567EB390-9C4D-4B7A-B7CE-EE18F96FBDC9}" dt="2026-01-25T18:07:21.707" v="1302" actId="26606"/>
          <ac:spMkLst>
            <pc:docMk/>
            <pc:sldMk cId="1111984434" sldId="261"/>
            <ac:spMk id="2" creationId="{8EB77429-ABC0-21F5-5DE3-AD07DDC623BB}"/>
          </ac:spMkLst>
        </pc:spChg>
        <pc:spChg chg="mod">
          <ac:chgData name="Barak Telem" userId="d0a7f981-39a6-47ea-b324-5cf2fd258e29" providerId="ADAL" clId="{567EB390-9C4D-4B7A-B7CE-EE18F96FBDC9}" dt="2026-01-25T18:07:37.151" v="1308" actId="20577"/>
          <ac:spMkLst>
            <pc:docMk/>
            <pc:sldMk cId="1111984434" sldId="261"/>
            <ac:spMk id="3" creationId="{71E25E80-BFE7-61BC-21A1-96BC4C782B44}"/>
          </ac:spMkLst>
        </pc:spChg>
        <pc:picChg chg="add mod">
          <ac:chgData name="Barak Telem" userId="d0a7f981-39a6-47ea-b324-5cf2fd258e29" providerId="ADAL" clId="{567EB390-9C4D-4B7A-B7CE-EE18F96FBDC9}" dt="2026-01-25T18:07:21.707" v="1302" actId="26606"/>
          <ac:picMkLst>
            <pc:docMk/>
            <pc:sldMk cId="1111984434" sldId="261"/>
            <ac:picMk id="4098" creationId="{EE562EC8-D365-10BD-F46D-44DB9C0C4B1D}"/>
          </ac:picMkLst>
        </pc:picChg>
      </pc:sldChg>
      <pc:sldChg chg="modSp new mod">
        <pc:chgData name="Barak Telem" userId="d0a7f981-39a6-47ea-b324-5cf2fd258e29" providerId="ADAL" clId="{567EB390-9C4D-4B7A-B7CE-EE18F96FBDC9}" dt="2026-01-25T18:05:32.902" v="1285" actId="21"/>
        <pc:sldMkLst>
          <pc:docMk/>
          <pc:sldMk cId="2646333239" sldId="262"/>
        </pc:sldMkLst>
        <pc:spChg chg="mod">
          <ac:chgData name="Barak Telem" userId="d0a7f981-39a6-47ea-b324-5cf2fd258e29" providerId="ADAL" clId="{567EB390-9C4D-4B7A-B7CE-EE18F96FBDC9}" dt="2026-01-25T13:20:15.263" v="363" actId="20577"/>
          <ac:spMkLst>
            <pc:docMk/>
            <pc:sldMk cId="2646333239" sldId="262"/>
            <ac:spMk id="2" creationId="{DEC6932D-F516-22DB-F3DB-02BA28225AEF}"/>
          </ac:spMkLst>
        </pc:spChg>
        <pc:spChg chg="mod">
          <ac:chgData name="Barak Telem" userId="d0a7f981-39a6-47ea-b324-5cf2fd258e29" providerId="ADAL" clId="{567EB390-9C4D-4B7A-B7CE-EE18F96FBDC9}" dt="2026-01-25T18:05:32.902" v="1285" actId="21"/>
          <ac:spMkLst>
            <pc:docMk/>
            <pc:sldMk cId="2646333239" sldId="262"/>
            <ac:spMk id="3" creationId="{67E2D688-B3BE-194B-2577-714FC13319CA}"/>
          </ac:spMkLst>
        </pc:spChg>
      </pc:sldChg>
      <pc:sldChg chg="modSp new mod">
        <pc:chgData name="Barak Telem" userId="d0a7f981-39a6-47ea-b324-5cf2fd258e29" providerId="ADAL" clId="{567EB390-9C4D-4B7A-B7CE-EE18F96FBDC9}" dt="2026-01-25T13:24:40.902" v="478" actId="20577"/>
        <pc:sldMkLst>
          <pc:docMk/>
          <pc:sldMk cId="858428132" sldId="263"/>
        </pc:sldMkLst>
        <pc:spChg chg="mod">
          <ac:chgData name="Barak Telem" userId="d0a7f981-39a6-47ea-b324-5cf2fd258e29" providerId="ADAL" clId="{567EB390-9C4D-4B7A-B7CE-EE18F96FBDC9}" dt="2026-01-25T13:24:40.902" v="478" actId="20577"/>
          <ac:spMkLst>
            <pc:docMk/>
            <pc:sldMk cId="858428132" sldId="263"/>
            <ac:spMk id="2" creationId="{011F2DFB-99E4-73CD-DE72-80212B9D1D06}"/>
          </ac:spMkLst>
        </pc:spChg>
      </pc:sldChg>
      <pc:sldChg chg="modSp new mod">
        <pc:chgData name="Barak Telem" userId="d0a7f981-39a6-47ea-b324-5cf2fd258e29" providerId="ADAL" clId="{567EB390-9C4D-4B7A-B7CE-EE18F96FBDC9}" dt="2026-01-25T13:22:20.706" v="457" actId="20577"/>
        <pc:sldMkLst>
          <pc:docMk/>
          <pc:sldMk cId="3496484671" sldId="264"/>
        </pc:sldMkLst>
        <pc:spChg chg="mod">
          <ac:chgData name="Barak Telem" userId="d0a7f981-39a6-47ea-b324-5cf2fd258e29" providerId="ADAL" clId="{567EB390-9C4D-4B7A-B7CE-EE18F96FBDC9}" dt="2026-01-25T13:22:20.706" v="457" actId="20577"/>
          <ac:spMkLst>
            <pc:docMk/>
            <pc:sldMk cId="3496484671" sldId="264"/>
            <ac:spMk id="2" creationId="{F76ECD10-BFF5-35E2-F8F5-91EBE8C0753D}"/>
          </ac:spMkLst>
        </pc:spChg>
      </pc:sldChg>
      <pc:sldChg chg="modSp new mod">
        <pc:chgData name="Barak Telem" userId="d0a7f981-39a6-47ea-b324-5cf2fd258e29" providerId="ADAL" clId="{567EB390-9C4D-4B7A-B7CE-EE18F96FBDC9}" dt="2026-01-25T13:34:12.279" v="558" actId="20577"/>
        <pc:sldMkLst>
          <pc:docMk/>
          <pc:sldMk cId="915998203" sldId="265"/>
        </pc:sldMkLst>
        <pc:spChg chg="mod">
          <ac:chgData name="Barak Telem" userId="d0a7f981-39a6-47ea-b324-5cf2fd258e29" providerId="ADAL" clId="{567EB390-9C4D-4B7A-B7CE-EE18F96FBDC9}" dt="2026-01-25T13:34:12.279" v="558" actId="20577"/>
          <ac:spMkLst>
            <pc:docMk/>
            <pc:sldMk cId="915998203" sldId="265"/>
            <ac:spMk id="2" creationId="{1135C27B-1BA5-9766-2A16-DDB32E3E565C}"/>
          </ac:spMkLst>
        </pc:spChg>
      </pc:sldChg>
      <pc:sldChg chg="addSp modSp new mod setBg modNotesTx">
        <pc:chgData name="Barak Telem" userId="d0a7f981-39a6-47ea-b324-5cf2fd258e29" providerId="ADAL" clId="{567EB390-9C4D-4B7A-B7CE-EE18F96FBDC9}" dt="2026-01-26T08:22:07.327" v="1534" actId="1076"/>
        <pc:sldMkLst>
          <pc:docMk/>
          <pc:sldMk cId="1791042911" sldId="266"/>
        </pc:sldMkLst>
        <pc:spChg chg="mod">
          <ac:chgData name="Barak Telem" userId="d0a7f981-39a6-47ea-b324-5cf2fd258e29" providerId="ADAL" clId="{567EB390-9C4D-4B7A-B7CE-EE18F96FBDC9}" dt="2026-01-26T08:16:05.928" v="1418" actId="26606"/>
          <ac:spMkLst>
            <pc:docMk/>
            <pc:sldMk cId="1791042911" sldId="266"/>
            <ac:spMk id="2" creationId="{5C6FEA68-3F3A-4FEC-F5DE-B16E5D54D24D}"/>
          </ac:spMkLst>
        </pc:spChg>
        <pc:spChg chg="mod">
          <ac:chgData name="Barak Telem" userId="d0a7f981-39a6-47ea-b324-5cf2fd258e29" providerId="ADAL" clId="{567EB390-9C4D-4B7A-B7CE-EE18F96FBDC9}" dt="2026-01-26T08:16:35.432" v="1423" actId="1076"/>
          <ac:spMkLst>
            <pc:docMk/>
            <pc:sldMk cId="1791042911" sldId="266"/>
            <ac:spMk id="3" creationId="{6972383C-5982-BE7C-1C79-5EC0690F9034}"/>
          </ac:spMkLst>
        </pc:spChg>
        <pc:picChg chg="add mod">
          <ac:chgData name="Barak Telem" userId="d0a7f981-39a6-47ea-b324-5cf2fd258e29" providerId="ADAL" clId="{567EB390-9C4D-4B7A-B7CE-EE18F96FBDC9}" dt="2026-01-26T08:22:07.327" v="1534" actId="1076"/>
          <ac:picMkLst>
            <pc:docMk/>
            <pc:sldMk cId="1791042911" sldId="266"/>
            <ac:picMk id="1026" creationId="{F082E2BC-EF6F-BFC3-A68D-8F38D8680A32}"/>
          </ac:picMkLst>
        </pc:picChg>
      </pc:sldChg>
      <pc:sldChg chg="addSp delSp modSp add mod">
        <pc:chgData name="Barak Telem" userId="d0a7f981-39a6-47ea-b324-5cf2fd258e29" providerId="ADAL" clId="{567EB390-9C4D-4B7A-B7CE-EE18F96FBDC9}" dt="2026-01-26T08:29:08.782" v="1797" actId="20577"/>
        <pc:sldMkLst>
          <pc:docMk/>
          <pc:sldMk cId="953616327" sldId="267"/>
        </pc:sldMkLst>
        <pc:spChg chg="mod">
          <ac:chgData name="Barak Telem" userId="d0a7f981-39a6-47ea-b324-5cf2fd258e29" providerId="ADAL" clId="{567EB390-9C4D-4B7A-B7CE-EE18F96FBDC9}" dt="2026-01-26T08:29:08.782" v="1797" actId="20577"/>
          <ac:spMkLst>
            <pc:docMk/>
            <pc:sldMk cId="953616327" sldId="267"/>
            <ac:spMk id="3" creationId="{F86D79B6-047E-7E31-2CE1-DC7DC498B411}"/>
          </ac:spMkLst>
        </pc:spChg>
        <pc:picChg chg="del">
          <ac:chgData name="Barak Telem" userId="d0a7f981-39a6-47ea-b324-5cf2fd258e29" providerId="ADAL" clId="{567EB390-9C4D-4B7A-B7CE-EE18F96FBDC9}" dt="2026-01-26T08:16:54.048" v="1427" actId="478"/>
          <ac:picMkLst>
            <pc:docMk/>
            <pc:sldMk cId="953616327" sldId="267"/>
            <ac:picMk id="1026" creationId="{D32C5995-78E5-4572-DC47-98332DBB5AAF}"/>
          </ac:picMkLst>
        </pc:picChg>
        <pc:picChg chg="add del mod">
          <ac:chgData name="Barak Telem" userId="d0a7f981-39a6-47ea-b324-5cf2fd258e29" providerId="ADAL" clId="{567EB390-9C4D-4B7A-B7CE-EE18F96FBDC9}" dt="2026-01-26T08:25:13.613" v="1602" actId="478"/>
          <ac:picMkLst>
            <pc:docMk/>
            <pc:sldMk cId="953616327" sldId="267"/>
            <ac:picMk id="2050" creationId="{9E872D54-9F85-8EB4-7EC8-F13C1989DF57}"/>
          </ac:picMkLst>
        </pc:picChg>
        <pc:picChg chg="add mod">
          <ac:chgData name="Barak Telem" userId="d0a7f981-39a6-47ea-b324-5cf2fd258e29" providerId="ADAL" clId="{567EB390-9C4D-4B7A-B7CE-EE18F96FBDC9}" dt="2026-01-26T08:25:18.134" v="1606" actId="26606"/>
          <ac:picMkLst>
            <pc:docMk/>
            <pc:sldMk cId="953616327" sldId="267"/>
            <ac:picMk id="2052" creationId="{1D197467-7B2B-5FE4-AD86-40F720FDEA17}"/>
          </ac:picMkLst>
        </pc:picChg>
      </pc:sldChg>
      <pc:sldChg chg="modSp new del mod">
        <pc:chgData name="Barak Telem" userId="d0a7f981-39a6-47ea-b324-5cf2fd258e29" providerId="ADAL" clId="{567EB390-9C4D-4B7A-B7CE-EE18F96FBDC9}" dt="2026-01-25T17:54:22.137" v="1273" actId="2696"/>
        <pc:sldMkLst>
          <pc:docMk/>
          <pc:sldMk cId="2708036816" sldId="267"/>
        </pc:sldMkLst>
        <pc:spChg chg="mod">
          <ac:chgData name="Barak Telem" userId="d0a7f981-39a6-47ea-b324-5cf2fd258e29" providerId="ADAL" clId="{567EB390-9C4D-4B7A-B7CE-EE18F96FBDC9}" dt="2026-01-25T17:28:26.185" v="1220" actId="404"/>
          <ac:spMkLst>
            <pc:docMk/>
            <pc:sldMk cId="2708036816" sldId="267"/>
            <ac:spMk id="2" creationId="{3DD6D0D6-22D3-B8D8-2349-2D06CE52814A}"/>
          </ac:spMkLst>
        </pc:spChg>
        <pc:spChg chg="mod">
          <ac:chgData name="Barak Telem" userId="d0a7f981-39a6-47ea-b324-5cf2fd258e29" providerId="ADAL" clId="{567EB390-9C4D-4B7A-B7CE-EE18F96FBDC9}" dt="2026-01-25T17:51:12.231" v="1272" actId="20577"/>
          <ac:spMkLst>
            <pc:docMk/>
            <pc:sldMk cId="2708036816" sldId="267"/>
            <ac:spMk id="3" creationId="{C662EB8A-BA16-672D-171B-6BBE6DEAA844}"/>
          </ac:spMkLst>
        </pc:spChg>
      </pc:sldChg>
      <pc:sldChg chg="addSp delSp modSp add del mod">
        <pc:chgData name="Barak Telem" userId="d0a7f981-39a6-47ea-b324-5cf2fd258e29" providerId="ADAL" clId="{567EB390-9C4D-4B7A-B7CE-EE18F96FBDC9}" dt="2026-01-26T08:23:25.103" v="1572" actId="2890"/>
        <pc:sldMkLst>
          <pc:docMk/>
          <pc:sldMk cId="824255429" sldId="268"/>
        </pc:sldMkLst>
        <pc:spChg chg="mod">
          <ac:chgData name="Barak Telem" userId="d0a7f981-39a6-47ea-b324-5cf2fd258e29" providerId="ADAL" clId="{567EB390-9C4D-4B7A-B7CE-EE18F96FBDC9}" dt="2026-01-26T08:23:11.103" v="1564" actId="26606"/>
          <ac:spMkLst>
            <pc:docMk/>
            <pc:sldMk cId="824255429" sldId="268"/>
            <ac:spMk id="3" creationId="{928FCD22-6EA5-3F8B-A8E1-872E7C300536}"/>
          </ac:spMkLst>
        </pc:spChg>
        <pc:picChg chg="add del">
          <ac:chgData name="Barak Telem" userId="d0a7f981-39a6-47ea-b324-5cf2fd258e29" providerId="ADAL" clId="{567EB390-9C4D-4B7A-B7CE-EE18F96FBDC9}" dt="2026-01-26T08:23:22.598" v="1571" actId="478"/>
          <ac:picMkLst>
            <pc:docMk/>
            <pc:sldMk cId="824255429" sldId="268"/>
            <ac:picMk id="2050" creationId="{943F9CAE-5364-B452-9388-C285E6140DBF}"/>
          </ac:picMkLst>
        </pc:picChg>
        <pc:picChg chg="add mod">
          <ac:chgData name="Barak Telem" userId="d0a7f981-39a6-47ea-b324-5cf2fd258e29" providerId="ADAL" clId="{567EB390-9C4D-4B7A-B7CE-EE18F96FBDC9}" dt="2026-01-26T08:23:16.510" v="1566" actId="26606"/>
          <ac:picMkLst>
            <pc:docMk/>
            <pc:sldMk cId="824255429" sldId="268"/>
            <ac:picMk id="3074" creationId="{C342D062-3B3A-D9DE-C2A4-3D653B3CA06E}"/>
          </ac:picMkLst>
        </pc:picChg>
      </pc:sldChg>
      <pc:sldChg chg="addSp delSp modSp add mod addAnim delAnim">
        <pc:chgData name="Barak Telem" userId="d0a7f981-39a6-47ea-b324-5cf2fd258e29" providerId="ADAL" clId="{567EB390-9C4D-4B7A-B7CE-EE18F96FBDC9}" dt="2026-01-26T08:32:28.801" v="1943" actId="313"/>
        <pc:sldMkLst>
          <pc:docMk/>
          <pc:sldMk cId="2351415193" sldId="268"/>
        </pc:sldMkLst>
        <pc:spChg chg="mod">
          <ac:chgData name="Barak Telem" userId="d0a7f981-39a6-47ea-b324-5cf2fd258e29" providerId="ADAL" clId="{567EB390-9C4D-4B7A-B7CE-EE18F96FBDC9}" dt="2026-01-26T08:32:28.801" v="1943" actId="313"/>
          <ac:spMkLst>
            <pc:docMk/>
            <pc:sldMk cId="2351415193" sldId="268"/>
            <ac:spMk id="3" creationId="{07734AE8-8BB2-6BBD-02AA-07DBF812620A}"/>
          </ac:spMkLst>
        </pc:spChg>
        <pc:picChg chg="del">
          <ac:chgData name="Barak Telem" userId="d0a7f981-39a6-47ea-b324-5cf2fd258e29" providerId="ADAL" clId="{567EB390-9C4D-4B7A-B7CE-EE18F96FBDC9}" dt="2026-01-26T08:24:23.115" v="1581" actId="478"/>
          <ac:picMkLst>
            <pc:docMk/>
            <pc:sldMk cId="2351415193" sldId="268"/>
            <ac:picMk id="2050" creationId="{63544A68-7798-6A5E-8AEA-EB908A6A7712}"/>
          </ac:picMkLst>
        </pc:picChg>
        <pc:picChg chg="add del mod">
          <ac:chgData name="Barak Telem" userId="d0a7f981-39a6-47ea-b324-5cf2fd258e29" providerId="ADAL" clId="{567EB390-9C4D-4B7A-B7CE-EE18F96FBDC9}" dt="2026-01-26T08:25:24.940" v="1610" actId="478"/>
          <ac:picMkLst>
            <pc:docMk/>
            <pc:sldMk cId="2351415193" sldId="268"/>
            <ac:picMk id="4098" creationId="{E89A32AD-1AD8-4259-B91A-F4E8FE40C271}"/>
          </ac:picMkLst>
        </pc:picChg>
        <pc:picChg chg="add mod">
          <ac:chgData name="Barak Telem" userId="d0a7f981-39a6-47ea-b324-5cf2fd258e29" providerId="ADAL" clId="{567EB390-9C4D-4B7A-B7CE-EE18F96FBDC9}" dt="2026-01-26T08:25:33.731" v="1617" actId="26606"/>
          <ac:picMkLst>
            <pc:docMk/>
            <pc:sldMk cId="2351415193" sldId="268"/>
            <ac:picMk id="4100" creationId="{4DD907B0-5D9A-9BBD-DD08-E9A08DE27F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C6FCE-D002-436D-8E55-A8FB05112A4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00FFE-A4AB-4A46-BAB8-90238CCA2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81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Adjustable Scale (Dilations):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Wavelets can be stretched or squeezed to detect features of any size—from fine edges to large structural shapes.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 to Scattering: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allows the network to separate signal components by frequency bands ($j$).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Directional Sensitivity (Rotations):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Unlike standard pixels, image wavelets are parameterized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They can specifically detect vertical, horizontal, or diagonal edges.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 to Scattering: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Scattering networks average over these rotations to achieve rotational invariance.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Versatile Design (e.g., Morlet):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choose the wavelet shape that best fits your data (like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Morlet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Mexican Hat).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 to Scattering: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Scattering typically uses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 Morlet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wavelets because their "magnitude" (modulus) provides a smooth, stable envelope of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00FFE-A4AB-4A46-BAB8-90238CCA27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26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Convolve (Filter Bank):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Apply a fixed bank of wavelets (dilated and rotated) to the image to separate features by scale and orientation.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Modulus (Non-Linearity):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 the complex absolute value $|x|$ of the filtered response. This removes high-frequency phase oscillations, ensuring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(Pooling):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Smooth the result with a low-pass filter (scaling function). This makes the representation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invariant to small shifts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(translation).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Cascade: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Repeat these steps on the output to capture deeper, higher-order interactions (like "texture of texture").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00FFE-A4AB-4A46-BAB8-90238CCA27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94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were trained with the following augmentations:</a:t>
            </a:r>
          </a:p>
          <a:p>
            <a:pPr marL="228600" indent="-228600">
              <a:buAutoNum type="arabicPeriod"/>
            </a:pPr>
            <a:r>
              <a:rPr lang="en-US" dirty="0"/>
              <a:t>Horizontal flip</a:t>
            </a:r>
          </a:p>
          <a:p>
            <a:pPr marL="228600" indent="-228600">
              <a:buAutoNum type="arabicPeriod"/>
            </a:pPr>
            <a:r>
              <a:rPr lang="en-US" dirty="0"/>
              <a:t>Color jitter</a:t>
            </a:r>
          </a:p>
          <a:p>
            <a:pPr marL="228600" indent="-228600">
              <a:buAutoNum type="arabicPeriod"/>
            </a:pPr>
            <a:r>
              <a:rPr lang="en-US" dirty="0"/>
              <a:t>Resize crop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00FFE-A4AB-4A46-BAB8-90238CCA27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2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5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2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2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0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8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7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97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05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28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63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46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12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8BFC830-6E14-483E-88F0-DC4B946284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37B73F9-6A56-4B74-BD80-7793E6FD0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3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D060-1F70-91D5-40FB-F08DCA1C4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056863"/>
            <a:ext cx="8825658" cy="2677648"/>
          </a:xfrm>
        </p:spPr>
        <p:txBody>
          <a:bodyPr/>
          <a:lstStyle/>
          <a:p>
            <a:pPr algn="ctr"/>
            <a:r>
              <a:rPr lang="en-US" dirty="0"/>
              <a:t>Integrating Wavelets to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E7B36-57C3-71CC-F559-494D19C0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6787" y="4777380"/>
            <a:ext cx="1784728" cy="861420"/>
          </a:xfrm>
        </p:spPr>
        <p:txBody>
          <a:bodyPr/>
          <a:lstStyle/>
          <a:p>
            <a:r>
              <a:rPr lang="en-US" dirty="0"/>
              <a:t>Gilad </a:t>
            </a:r>
            <a:r>
              <a:rPr lang="en-US" dirty="0" err="1"/>
              <a:t>Navok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39BA16-7046-2D33-45C3-8487B656937B}"/>
              </a:ext>
            </a:extLst>
          </p:cNvPr>
          <p:cNvSpPr txBox="1">
            <a:spLocks/>
          </p:cNvSpPr>
          <p:nvPr/>
        </p:nvSpPr>
        <p:spPr>
          <a:xfrm>
            <a:off x="6924753" y="4777380"/>
            <a:ext cx="178472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Barak Telem</a:t>
            </a:r>
          </a:p>
        </p:txBody>
      </p:sp>
    </p:spTree>
    <p:extLst>
      <p:ext uri="{BB962C8B-B14F-4D97-AF65-F5344CB8AC3E}">
        <p14:creationId xmlns:p14="http://schemas.microsoft.com/office/powerpoint/2010/main" val="8943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D250-5FD0-40E5-D6AA-DDA4027E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B766B-F3EB-1E49-6CDF-7F5C3AF37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Baseline</a:t>
            </a:r>
          </a:p>
          <a:p>
            <a:r>
              <a:rPr lang="en-US" dirty="0"/>
              <a:t>Our Models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Future work (?)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7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5C84-F40E-96EE-5928-52B66E9C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F90E-B4B1-B685-B88E-61449F652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3757111" cy="341630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CNN kernels resembles wavelets</a:t>
            </a:r>
          </a:p>
          <a:p>
            <a:r>
              <a:rPr lang="en-US" sz="1600" dirty="0"/>
              <a:t>Small data training (prior)</a:t>
            </a:r>
          </a:p>
          <a:p>
            <a:r>
              <a:rPr lang="en-US" sz="1600" dirty="0"/>
              <a:t>Helping CNN texture bias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171E65-FECC-40BF-A88E-87B98007E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4956" y="3016184"/>
            <a:ext cx="6158802" cy="2586696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80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165E-0C5B-301F-4E0B-8EE76313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pPr rtl="1"/>
            <a:r>
              <a:rPr lang="en-US"/>
              <a:t>Background - Wavelets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67174-3013-FE19-007D-048D988C6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anchor="ctr">
            <a:normAutofit/>
          </a:bodyPr>
          <a:lstStyle/>
          <a:p>
            <a:r>
              <a:rPr lang="en-US" dirty="0"/>
              <a:t>Adjustable Scale</a:t>
            </a:r>
          </a:p>
          <a:p>
            <a:r>
              <a:rPr lang="en-US" dirty="0"/>
              <a:t>Directional Sensitivity</a:t>
            </a:r>
          </a:p>
          <a:p>
            <a:r>
              <a:rPr lang="en-US" dirty="0"/>
              <a:t>Versatile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8FCB5-78FB-0D10-9FEE-E1AA8BE7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448" y="2435885"/>
            <a:ext cx="3208355" cy="410013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17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E8B7-3097-B190-11C1-E5B0BBDE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Background – Wavelet Scattering Transform (WST)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AA84-5D7C-5466-3982-B71B1C19F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391619" cy="341630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Similar concept to CNNs:</a:t>
            </a:r>
          </a:p>
          <a:p>
            <a:pPr lvl="1"/>
            <a:r>
              <a:rPr lang="en-US" sz="1400" dirty="0"/>
              <a:t>Convolve with fixed wavelets (kernels)</a:t>
            </a:r>
          </a:p>
          <a:p>
            <a:pPr lvl="1"/>
            <a:r>
              <a:rPr lang="en-US" sz="1400" dirty="0"/>
              <a:t>Apply modulus (non-linearity)</a:t>
            </a:r>
          </a:p>
          <a:p>
            <a:pPr lvl="1"/>
            <a:r>
              <a:rPr lang="en-US" sz="1400" dirty="0"/>
              <a:t>Average (pooling)</a:t>
            </a:r>
          </a:p>
          <a:p>
            <a:pPr lvl="1"/>
            <a:r>
              <a:rPr lang="en-US" sz="1400" dirty="0"/>
              <a:t>Cascade (layers)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8DC36367-3357-F5AB-2450-591E7C03D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4869" y="2775951"/>
            <a:ext cx="3941833" cy="3067163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7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7429-ABC0-21F5-5DE3-AD07DDC6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25E80-BFE7-61BC-21A1-96BC4C782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481054" cy="3416300"/>
          </a:xfrm>
        </p:spPr>
        <p:txBody>
          <a:bodyPr anchor="ctr">
            <a:normAutofit/>
          </a:bodyPr>
          <a:lstStyle/>
          <a:p>
            <a:r>
              <a:rPr lang="en-US" sz="1600"/>
              <a:t>ResNet18</a:t>
            </a:r>
            <a:endParaRPr lang="en-US" sz="1600" dirty="0"/>
          </a:p>
          <a:p>
            <a:r>
              <a:rPr lang="en-US" sz="1600" dirty="0"/>
              <a:t>CIFAR10</a:t>
            </a:r>
          </a:p>
          <a:p>
            <a:endParaRPr lang="en-US" sz="1600" dirty="0"/>
          </a:p>
        </p:txBody>
      </p:sp>
      <p:pic>
        <p:nvPicPr>
          <p:cNvPr id="4098" name="Picture 2" descr="Original ResNet-18 Architecture">
            <a:extLst>
              <a:ext uri="{FF2B5EF4-FFF2-40B4-BE49-F238E27FC236}">
                <a16:creationId xmlns:a16="http://schemas.microsoft.com/office/drawing/2014/main" id="{EE562EC8-D365-10BD-F46D-44DB9C0C4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7" b="2"/>
          <a:stretch>
            <a:fillRect/>
          </a:stretch>
        </p:blipFill>
        <p:spPr bwMode="auto">
          <a:xfrm>
            <a:off x="4984956" y="2775951"/>
            <a:ext cx="6158802" cy="3067163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98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932D-F516-22DB-F3DB-02BA2822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2D688-B3BE-194B-2577-714FC133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ScatResNet18</a:t>
            </a:r>
          </a:p>
          <a:p>
            <a:r>
              <a:rPr lang="en-US" dirty="0"/>
              <a:t>Hybrid Gabor:</a:t>
            </a:r>
          </a:p>
          <a:p>
            <a:pPr lvl="1"/>
            <a:r>
              <a:rPr lang="en-US" dirty="0"/>
              <a:t>1</a:t>
            </a:r>
          </a:p>
          <a:p>
            <a:pPr lvl="1"/>
            <a:r>
              <a:rPr lang="en-US" dirty="0"/>
              <a:t>2</a:t>
            </a:r>
          </a:p>
          <a:p>
            <a:pPr lvl="1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633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2DFB-99E4-73CD-DE72-80212B9D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Accuracy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28AF-1A68-E5D4-517F-1CBDE87EB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2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C27B-1BA5-9766-2A16-DDB32E3E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Accuracy vs Changed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A652-CBCB-A493-5510-C39151E2D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98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EA68-3F3A-4FEC-F5DE-B16E5D54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Results –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83C-5982-BE7C-1C79-5EC0690F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195420"/>
            <a:ext cx="7875690" cy="341630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Augmentations that copy texture and positional changes</a:t>
            </a:r>
          </a:p>
          <a:p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2E2BC-EF6F-BFC3-A68D-8F38D8680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4953" y="4384083"/>
            <a:ext cx="8322965" cy="1227637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04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C7C92-ABC1-E9D2-1D33-9435AFAB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DC82-E519-DB00-7864-12E533E9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Results –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79B6-047E-7E31-2CE1-DC7DC498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211979" cy="3416300"/>
          </a:xfrm>
        </p:spPr>
        <p:txBody>
          <a:bodyPr anchor="ctr">
            <a:normAutofit/>
          </a:bodyPr>
          <a:lstStyle/>
          <a:p>
            <a:r>
              <a:rPr lang="en-US" dirty="0"/>
              <a:t>Overall performance:</a:t>
            </a:r>
          </a:p>
          <a:p>
            <a:pPr lvl="1"/>
            <a:r>
              <a:rPr lang="en-US" dirty="0"/>
              <a:t>In most cases scattering performs on par or better.</a:t>
            </a:r>
          </a:p>
          <a:p>
            <a:pPr lvl="1"/>
            <a:r>
              <a:rPr lang="en-US" dirty="0"/>
              <a:t>Exception: Color changes (gray scale, Gaussian noise) hurts scattering performance</a:t>
            </a:r>
          </a:p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D197467-7B2B-5FE4-AD86-40F720FDE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733" y="2870243"/>
            <a:ext cx="4345024" cy="2878578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6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62BB8-8C61-9F89-FBC4-E258B87E9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786C-1593-51CC-4414-204367B5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Results –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4AE8-8BB2-6BBD-02AA-07DBF8126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211979" cy="3416300"/>
          </a:xfrm>
        </p:spPr>
        <p:txBody>
          <a:bodyPr anchor="ctr">
            <a:normAutofit/>
          </a:bodyPr>
          <a:lstStyle/>
          <a:p>
            <a:r>
              <a:rPr lang="en-US" dirty="0"/>
              <a:t>Accuracy drop</a:t>
            </a:r>
          </a:p>
          <a:p>
            <a:r>
              <a:rPr lang="en-US" dirty="0"/>
              <a:t>In big data regimes:</a:t>
            </a:r>
          </a:p>
          <a:p>
            <a:pPr lvl="1"/>
            <a:r>
              <a:rPr lang="en-US" dirty="0"/>
              <a:t>Positional change- Degrades the same</a:t>
            </a:r>
          </a:p>
          <a:p>
            <a:pPr lvl="1"/>
            <a:r>
              <a:rPr lang="en-US" dirty="0"/>
              <a:t>Color change- Scattering hurts</a:t>
            </a:r>
          </a:p>
          <a:p>
            <a:pPr lvl="1"/>
            <a:r>
              <a:rPr lang="en-US" dirty="0"/>
              <a:t>Blurring- Scattering helps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DD907B0-5D9A-9BBD-DD08-E9A08DE27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733" y="2875674"/>
            <a:ext cx="4345024" cy="2867716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415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CD10-BFF5-35E2-F8F5-91EBE8C0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BB93-6D9B-3720-9C29-EA085D2F0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84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349</TotalTime>
  <Words>421</Words>
  <Application>Microsoft Office PowerPoint</Application>
  <PresentationFormat>Widescreen</PresentationFormat>
  <Paragraphs>69</Paragraphs>
  <Slides>13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Century Gothic</vt:lpstr>
      <vt:lpstr>Wingdings 3</vt:lpstr>
      <vt:lpstr>Ion Boardroom</vt:lpstr>
      <vt:lpstr>Integrating Wavelets to CNN</vt:lpstr>
      <vt:lpstr>Outline</vt:lpstr>
      <vt:lpstr>Motivation</vt:lpstr>
      <vt:lpstr>Background - Wavelets</vt:lpstr>
      <vt:lpstr>Background – Wavelet Scattering Transform (WST)</vt:lpstr>
      <vt:lpstr>Baseline</vt:lpstr>
      <vt:lpstr>Models</vt:lpstr>
      <vt:lpstr>Results – Accuracy vs Data</vt:lpstr>
      <vt:lpstr>Results – Accuracy vs Changed Layers</vt:lpstr>
      <vt:lpstr>Results – Robustness</vt:lpstr>
      <vt:lpstr>Results – Robustness</vt:lpstr>
      <vt:lpstr>Results – Robustness</vt:lpstr>
      <vt:lpstr>Future Work</vt:lpstr>
    </vt:vector>
  </TitlesOfParts>
  <Company>NVIDIA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Barak Telem</dc:creator>
  <cp:lastModifiedBy>Barak Telem</cp:lastModifiedBy>
  <cp:revision>1</cp:revision>
  <dcterms:created xsi:type="dcterms:W3CDTF">2026-01-25T13:01:28Z</dcterms:created>
  <dcterms:modified xsi:type="dcterms:W3CDTF">2026-01-26T08:32:32Z</dcterms:modified>
</cp:coreProperties>
</file>